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80AB28-1B66-4C9E-8585-5BE89E53EBE3}" type="doc">
      <dgm:prSet loTypeId="urn:microsoft.com/office/officeart/2016/7/layout/RepeatingBendingProcessNew" loCatId="process" qsTypeId="urn:microsoft.com/office/officeart/2005/8/quickstyle/simple1" qsCatId="simple" csTypeId="urn:microsoft.com/office/officeart/2005/8/colors/accent0_3" csCatId="mainScheme"/>
      <dgm:spPr/>
      <dgm:t>
        <a:bodyPr/>
        <a:lstStyle/>
        <a:p>
          <a:endParaRPr lang="en-US"/>
        </a:p>
      </dgm:t>
    </dgm:pt>
    <dgm:pt modelId="{7A171F48-C34F-40A1-B0AA-EF3032E85052}">
      <dgm:prSet/>
      <dgm:spPr/>
      <dgm:t>
        <a:bodyPr/>
        <a:lstStyle/>
        <a:p>
          <a:r>
            <a:rPr lang="en-US" b="1"/>
            <a:t>1. Identify</a:t>
          </a:r>
          <a:endParaRPr lang="en-US"/>
        </a:p>
      </dgm:t>
    </dgm:pt>
    <dgm:pt modelId="{A4FDA257-1CD6-432C-A4A1-F0C2785359FE}" type="parTrans" cxnId="{C47A324C-4B51-4146-A0D3-E0BE5D2AEFB7}">
      <dgm:prSet/>
      <dgm:spPr/>
      <dgm:t>
        <a:bodyPr/>
        <a:lstStyle/>
        <a:p>
          <a:endParaRPr lang="en-US"/>
        </a:p>
      </dgm:t>
    </dgm:pt>
    <dgm:pt modelId="{87603F5F-A1C7-4DF8-A3FE-07B34F481625}" type="sibTrans" cxnId="{C47A324C-4B51-4146-A0D3-E0BE5D2AEFB7}">
      <dgm:prSet/>
      <dgm:spPr/>
      <dgm:t>
        <a:bodyPr/>
        <a:lstStyle/>
        <a:p>
          <a:endParaRPr lang="en-US"/>
        </a:p>
      </dgm:t>
    </dgm:pt>
    <dgm:pt modelId="{EEB77D1C-0F97-4209-8FF9-E3DAF1C9A270}">
      <dgm:prSet/>
      <dgm:spPr/>
      <dgm:t>
        <a:bodyPr/>
        <a:lstStyle/>
        <a:p>
          <a:r>
            <a:rPr lang="en-US"/>
            <a:t>Assets, threats, vulnerabilities</a:t>
          </a:r>
        </a:p>
      </dgm:t>
    </dgm:pt>
    <dgm:pt modelId="{AB6E9A9F-D7CF-45F0-ABD6-C61E04FF36E2}" type="parTrans" cxnId="{92DA86C5-4341-4CF6-978E-9B9BC05DBF90}">
      <dgm:prSet/>
      <dgm:spPr/>
      <dgm:t>
        <a:bodyPr/>
        <a:lstStyle/>
        <a:p>
          <a:endParaRPr lang="en-US"/>
        </a:p>
      </dgm:t>
    </dgm:pt>
    <dgm:pt modelId="{920C1481-A8F3-4B9C-8DD6-862ACE988FE2}" type="sibTrans" cxnId="{92DA86C5-4341-4CF6-978E-9B9BC05DBF90}">
      <dgm:prSet/>
      <dgm:spPr/>
      <dgm:t>
        <a:bodyPr/>
        <a:lstStyle/>
        <a:p>
          <a:endParaRPr lang="en-US"/>
        </a:p>
      </dgm:t>
    </dgm:pt>
    <dgm:pt modelId="{56058A45-06BD-4961-82D9-E4E8D6C756DE}">
      <dgm:prSet/>
      <dgm:spPr/>
      <dgm:t>
        <a:bodyPr/>
        <a:lstStyle/>
        <a:p>
          <a:r>
            <a:rPr lang="en-US"/>
            <a:t>Activities: Asset inventory, risk analysis, policies</a:t>
          </a:r>
        </a:p>
      </dgm:t>
    </dgm:pt>
    <dgm:pt modelId="{2992F4B1-4F0B-4D62-9571-54FB36399AB9}" type="parTrans" cxnId="{87BFFB5D-92CE-4AEA-BC33-E8CE032784DE}">
      <dgm:prSet/>
      <dgm:spPr/>
      <dgm:t>
        <a:bodyPr/>
        <a:lstStyle/>
        <a:p>
          <a:endParaRPr lang="en-US"/>
        </a:p>
      </dgm:t>
    </dgm:pt>
    <dgm:pt modelId="{0239AEC7-9483-4AC9-8DBF-4A70817C30FA}" type="sibTrans" cxnId="{87BFFB5D-92CE-4AEA-BC33-E8CE032784DE}">
      <dgm:prSet/>
      <dgm:spPr/>
      <dgm:t>
        <a:bodyPr/>
        <a:lstStyle/>
        <a:p>
          <a:endParaRPr lang="en-US"/>
        </a:p>
      </dgm:t>
    </dgm:pt>
    <dgm:pt modelId="{5E10A87E-0456-4AAA-963B-697EA50AC747}">
      <dgm:prSet/>
      <dgm:spPr/>
      <dgm:t>
        <a:bodyPr/>
        <a:lstStyle/>
        <a:p>
          <a:r>
            <a:rPr lang="en-US" b="1"/>
            <a:t>2. Protect</a:t>
          </a:r>
          <a:endParaRPr lang="en-US"/>
        </a:p>
      </dgm:t>
    </dgm:pt>
    <dgm:pt modelId="{30DFA218-D1B9-4B37-833C-EFC5F56DA6C8}" type="parTrans" cxnId="{FFCA6A35-7034-4B80-BDAB-3C3172626661}">
      <dgm:prSet/>
      <dgm:spPr/>
      <dgm:t>
        <a:bodyPr/>
        <a:lstStyle/>
        <a:p>
          <a:endParaRPr lang="en-US"/>
        </a:p>
      </dgm:t>
    </dgm:pt>
    <dgm:pt modelId="{9DC4F0B7-9B57-4672-8502-5B4706CB73E5}" type="sibTrans" cxnId="{FFCA6A35-7034-4B80-BDAB-3C3172626661}">
      <dgm:prSet/>
      <dgm:spPr/>
      <dgm:t>
        <a:bodyPr/>
        <a:lstStyle/>
        <a:p>
          <a:endParaRPr lang="en-US"/>
        </a:p>
      </dgm:t>
    </dgm:pt>
    <dgm:pt modelId="{037A8D8F-1DCF-442B-9C7B-66174C86715E}">
      <dgm:prSet/>
      <dgm:spPr/>
      <dgm:t>
        <a:bodyPr/>
        <a:lstStyle/>
        <a:p>
          <a:r>
            <a:rPr lang="en-US"/>
            <a:t>Prevent attacks</a:t>
          </a:r>
        </a:p>
      </dgm:t>
    </dgm:pt>
    <dgm:pt modelId="{9253544A-78D8-4718-A375-16A0145BBBBA}" type="parTrans" cxnId="{4556CF1A-4BFA-4A41-81C7-1D9AFC97FEEE}">
      <dgm:prSet/>
      <dgm:spPr/>
      <dgm:t>
        <a:bodyPr/>
        <a:lstStyle/>
        <a:p>
          <a:endParaRPr lang="en-US"/>
        </a:p>
      </dgm:t>
    </dgm:pt>
    <dgm:pt modelId="{B524B484-FF45-47BE-A1C0-C0B2CAA5F9E9}" type="sibTrans" cxnId="{4556CF1A-4BFA-4A41-81C7-1D9AFC97FEEE}">
      <dgm:prSet/>
      <dgm:spPr/>
      <dgm:t>
        <a:bodyPr/>
        <a:lstStyle/>
        <a:p>
          <a:endParaRPr lang="en-US"/>
        </a:p>
      </dgm:t>
    </dgm:pt>
    <dgm:pt modelId="{53CB05A4-5D3C-4DEA-984F-A35DB8566411}">
      <dgm:prSet/>
      <dgm:spPr/>
      <dgm:t>
        <a:bodyPr/>
        <a:lstStyle/>
        <a:p>
          <a:r>
            <a:rPr lang="en-US"/>
            <a:t>Controls: Access control, encryption, training, updates</a:t>
          </a:r>
        </a:p>
      </dgm:t>
    </dgm:pt>
    <dgm:pt modelId="{D5B8C827-AADD-45AB-B3F7-BBC45B184CA7}" type="parTrans" cxnId="{612BB3E6-B7AB-46B5-BF2F-F4E1B0C0407A}">
      <dgm:prSet/>
      <dgm:spPr/>
      <dgm:t>
        <a:bodyPr/>
        <a:lstStyle/>
        <a:p>
          <a:endParaRPr lang="en-US"/>
        </a:p>
      </dgm:t>
    </dgm:pt>
    <dgm:pt modelId="{9A8D7439-0C1C-424F-902D-6364FA18086D}" type="sibTrans" cxnId="{612BB3E6-B7AB-46B5-BF2F-F4E1B0C0407A}">
      <dgm:prSet/>
      <dgm:spPr/>
      <dgm:t>
        <a:bodyPr/>
        <a:lstStyle/>
        <a:p>
          <a:endParaRPr lang="en-US"/>
        </a:p>
      </dgm:t>
    </dgm:pt>
    <dgm:pt modelId="{9A530B6D-882C-4BB4-898A-E93F9C57830E}">
      <dgm:prSet/>
      <dgm:spPr/>
      <dgm:t>
        <a:bodyPr/>
        <a:lstStyle/>
        <a:p>
          <a:r>
            <a:rPr lang="en-US" b="1"/>
            <a:t>3. Detect</a:t>
          </a:r>
          <a:endParaRPr lang="en-US"/>
        </a:p>
      </dgm:t>
    </dgm:pt>
    <dgm:pt modelId="{4581138B-6F19-4015-9304-5ACC4A8C4BC6}" type="parTrans" cxnId="{AF8E6380-C321-46AE-A11C-E295ED115A27}">
      <dgm:prSet/>
      <dgm:spPr/>
      <dgm:t>
        <a:bodyPr/>
        <a:lstStyle/>
        <a:p>
          <a:endParaRPr lang="en-US"/>
        </a:p>
      </dgm:t>
    </dgm:pt>
    <dgm:pt modelId="{466B4D2F-3503-460B-AA2D-CD7DAF38E44A}" type="sibTrans" cxnId="{AF8E6380-C321-46AE-A11C-E295ED115A27}">
      <dgm:prSet/>
      <dgm:spPr/>
      <dgm:t>
        <a:bodyPr/>
        <a:lstStyle/>
        <a:p>
          <a:endParaRPr lang="en-US"/>
        </a:p>
      </dgm:t>
    </dgm:pt>
    <dgm:pt modelId="{7114CBF6-86E3-4FDB-8630-C216948123F1}">
      <dgm:prSet/>
      <dgm:spPr/>
      <dgm:t>
        <a:bodyPr/>
        <a:lstStyle/>
        <a:p>
          <a:r>
            <a:rPr lang="en-US"/>
            <a:t>Identify threats early</a:t>
          </a:r>
        </a:p>
      </dgm:t>
    </dgm:pt>
    <dgm:pt modelId="{FC30E12E-1CA5-4E2E-89A4-5C7C47372501}" type="parTrans" cxnId="{F6FD818E-C1E8-4F17-B023-6C32CB15687E}">
      <dgm:prSet/>
      <dgm:spPr/>
      <dgm:t>
        <a:bodyPr/>
        <a:lstStyle/>
        <a:p>
          <a:endParaRPr lang="en-US"/>
        </a:p>
      </dgm:t>
    </dgm:pt>
    <dgm:pt modelId="{520F5F71-BA5B-4EDB-82B0-51C133FA0190}" type="sibTrans" cxnId="{F6FD818E-C1E8-4F17-B023-6C32CB15687E}">
      <dgm:prSet/>
      <dgm:spPr/>
      <dgm:t>
        <a:bodyPr/>
        <a:lstStyle/>
        <a:p>
          <a:endParaRPr lang="en-US"/>
        </a:p>
      </dgm:t>
    </dgm:pt>
    <dgm:pt modelId="{1DEA1904-6B71-469C-8E43-89246455EA66}">
      <dgm:prSet/>
      <dgm:spPr/>
      <dgm:t>
        <a:bodyPr/>
        <a:lstStyle/>
        <a:p>
          <a:r>
            <a:rPr lang="en-US"/>
            <a:t>Monitoring, IDS, logs</a:t>
          </a:r>
        </a:p>
      </dgm:t>
    </dgm:pt>
    <dgm:pt modelId="{488C962C-2B14-44D7-8F6F-9BB6AE3DB8E6}" type="parTrans" cxnId="{9036DE38-D400-4700-9167-456841A302A0}">
      <dgm:prSet/>
      <dgm:spPr/>
      <dgm:t>
        <a:bodyPr/>
        <a:lstStyle/>
        <a:p>
          <a:endParaRPr lang="en-US"/>
        </a:p>
      </dgm:t>
    </dgm:pt>
    <dgm:pt modelId="{B2E8B76D-2ED7-40C1-B28C-6A3690464FBC}" type="sibTrans" cxnId="{9036DE38-D400-4700-9167-456841A302A0}">
      <dgm:prSet/>
      <dgm:spPr/>
      <dgm:t>
        <a:bodyPr/>
        <a:lstStyle/>
        <a:p>
          <a:endParaRPr lang="en-US"/>
        </a:p>
      </dgm:t>
    </dgm:pt>
    <dgm:pt modelId="{DACC1092-1905-4299-9AA4-804CE629A824}">
      <dgm:prSet/>
      <dgm:spPr/>
      <dgm:t>
        <a:bodyPr/>
        <a:lstStyle/>
        <a:p>
          <a:r>
            <a:rPr lang="en-IN" b="1"/>
            <a:t>4.Respond</a:t>
          </a:r>
          <a:endParaRPr lang="en-US"/>
        </a:p>
      </dgm:t>
    </dgm:pt>
    <dgm:pt modelId="{4B309089-6B21-47A8-9A38-CC6E13EFF122}" type="parTrans" cxnId="{CB18DDA1-2CAB-4D90-917B-05B308261B51}">
      <dgm:prSet/>
      <dgm:spPr/>
      <dgm:t>
        <a:bodyPr/>
        <a:lstStyle/>
        <a:p>
          <a:endParaRPr lang="en-US"/>
        </a:p>
      </dgm:t>
    </dgm:pt>
    <dgm:pt modelId="{EE490506-DD64-4577-98B0-E72761B2A126}" type="sibTrans" cxnId="{CB18DDA1-2CAB-4D90-917B-05B308261B51}">
      <dgm:prSet/>
      <dgm:spPr/>
      <dgm:t>
        <a:bodyPr/>
        <a:lstStyle/>
        <a:p>
          <a:endParaRPr lang="en-US"/>
        </a:p>
      </dgm:t>
    </dgm:pt>
    <dgm:pt modelId="{88D31DED-818E-48A0-BC0E-D9A8EA6ED034}">
      <dgm:prSet/>
      <dgm:spPr/>
      <dgm:t>
        <a:bodyPr/>
        <a:lstStyle/>
        <a:p>
          <a:r>
            <a:rPr lang="en-IN"/>
            <a:t>Handle incidents</a:t>
          </a:r>
          <a:endParaRPr lang="en-US"/>
        </a:p>
      </dgm:t>
    </dgm:pt>
    <dgm:pt modelId="{90DA54B6-97C6-4360-8184-BEF405D5254A}" type="parTrans" cxnId="{C53A253F-C737-41EA-8B88-D88912BFAFB1}">
      <dgm:prSet/>
      <dgm:spPr/>
      <dgm:t>
        <a:bodyPr/>
        <a:lstStyle/>
        <a:p>
          <a:endParaRPr lang="en-US"/>
        </a:p>
      </dgm:t>
    </dgm:pt>
    <dgm:pt modelId="{D98AB681-0AB4-470E-8DCE-A10FF6CD1B9C}" type="sibTrans" cxnId="{C53A253F-C737-41EA-8B88-D88912BFAFB1}">
      <dgm:prSet/>
      <dgm:spPr/>
      <dgm:t>
        <a:bodyPr/>
        <a:lstStyle/>
        <a:p>
          <a:endParaRPr lang="en-US"/>
        </a:p>
      </dgm:t>
    </dgm:pt>
    <dgm:pt modelId="{BEA2194A-4B50-49D6-BEDC-7174E91D083E}">
      <dgm:prSet/>
      <dgm:spPr/>
      <dgm:t>
        <a:bodyPr/>
        <a:lstStyle/>
        <a:p>
          <a:r>
            <a:rPr lang="en-IN" dirty="0"/>
            <a:t>Response plan, communication, containment</a:t>
          </a:r>
          <a:endParaRPr lang="en-US" dirty="0"/>
        </a:p>
      </dgm:t>
    </dgm:pt>
    <dgm:pt modelId="{0A9DDA9A-6DE5-459B-979F-3CBEDA02449D}" type="parTrans" cxnId="{7C440DBA-A492-4155-915D-03F0A23B5C90}">
      <dgm:prSet/>
      <dgm:spPr/>
      <dgm:t>
        <a:bodyPr/>
        <a:lstStyle/>
        <a:p>
          <a:endParaRPr lang="en-US"/>
        </a:p>
      </dgm:t>
    </dgm:pt>
    <dgm:pt modelId="{F5BBEA9A-C0AF-4687-8DA0-C573A7885508}" type="sibTrans" cxnId="{7C440DBA-A492-4155-915D-03F0A23B5C90}">
      <dgm:prSet/>
      <dgm:spPr/>
      <dgm:t>
        <a:bodyPr/>
        <a:lstStyle/>
        <a:p>
          <a:endParaRPr lang="en-US"/>
        </a:p>
      </dgm:t>
    </dgm:pt>
    <dgm:pt modelId="{0B4F8503-E2B9-462F-BE5A-5E741D963A15}">
      <dgm:prSet/>
      <dgm:spPr/>
      <dgm:t>
        <a:bodyPr/>
        <a:lstStyle/>
        <a:p>
          <a:r>
            <a:rPr lang="en-US" b="1"/>
            <a:t>5. Recover</a:t>
          </a:r>
          <a:endParaRPr lang="en-US"/>
        </a:p>
      </dgm:t>
    </dgm:pt>
    <dgm:pt modelId="{0F7A0A79-1538-4261-A327-D4B7DE74A696}" type="parTrans" cxnId="{926BD946-5E9D-4A4A-A3E4-DE5981F13698}">
      <dgm:prSet/>
      <dgm:spPr/>
      <dgm:t>
        <a:bodyPr/>
        <a:lstStyle/>
        <a:p>
          <a:endParaRPr lang="en-US"/>
        </a:p>
      </dgm:t>
    </dgm:pt>
    <dgm:pt modelId="{2A1E3C21-76A5-4DF8-804E-345FBCABDFAF}" type="sibTrans" cxnId="{926BD946-5E9D-4A4A-A3E4-DE5981F13698}">
      <dgm:prSet/>
      <dgm:spPr/>
      <dgm:t>
        <a:bodyPr/>
        <a:lstStyle/>
        <a:p>
          <a:endParaRPr lang="en-US"/>
        </a:p>
      </dgm:t>
    </dgm:pt>
    <dgm:pt modelId="{E339E65D-0C6B-470B-948A-36DC9A8998BC}">
      <dgm:prSet/>
      <dgm:spPr/>
      <dgm:t>
        <a:bodyPr/>
        <a:lstStyle/>
        <a:p>
          <a:r>
            <a:rPr lang="en-US"/>
            <a:t>Restore &amp; improve</a:t>
          </a:r>
        </a:p>
      </dgm:t>
    </dgm:pt>
    <dgm:pt modelId="{149D4CE7-CC94-4CE7-8BEA-955899695AB5}" type="parTrans" cxnId="{90E263BE-5F5E-43CE-B4BC-C5CA6CB61E3B}">
      <dgm:prSet/>
      <dgm:spPr/>
      <dgm:t>
        <a:bodyPr/>
        <a:lstStyle/>
        <a:p>
          <a:endParaRPr lang="en-US"/>
        </a:p>
      </dgm:t>
    </dgm:pt>
    <dgm:pt modelId="{B1C4D5A4-05F1-4511-BC3F-F0DF73FF20B8}" type="sibTrans" cxnId="{90E263BE-5F5E-43CE-B4BC-C5CA6CB61E3B}">
      <dgm:prSet/>
      <dgm:spPr/>
      <dgm:t>
        <a:bodyPr/>
        <a:lstStyle/>
        <a:p>
          <a:endParaRPr lang="en-US"/>
        </a:p>
      </dgm:t>
    </dgm:pt>
    <dgm:pt modelId="{B99AFF9A-7B13-47BB-AEEF-0BD16D903B8B}">
      <dgm:prSet/>
      <dgm:spPr/>
      <dgm:t>
        <a:bodyPr/>
        <a:lstStyle/>
        <a:p>
          <a:r>
            <a:rPr lang="en-US"/>
            <a:t>Backups, system recovery, updates</a:t>
          </a:r>
        </a:p>
      </dgm:t>
    </dgm:pt>
    <dgm:pt modelId="{E481CFD0-455D-481C-A294-11F2477AE94F}" type="parTrans" cxnId="{CBBE5124-DF6D-49F4-B2BE-0DA712DAA272}">
      <dgm:prSet/>
      <dgm:spPr/>
      <dgm:t>
        <a:bodyPr/>
        <a:lstStyle/>
        <a:p>
          <a:endParaRPr lang="en-US"/>
        </a:p>
      </dgm:t>
    </dgm:pt>
    <dgm:pt modelId="{81668635-EF59-4EDD-995B-B5A630E810B4}" type="sibTrans" cxnId="{CBBE5124-DF6D-49F4-B2BE-0DA712DAA272}">
      <dgm:prSet/>
      <dgm:spPr/>
      <dgm:t>
        <a:bodyPr/>
        <a:lstStyle/>
        <a:p>
          <a:endParaRPr lang="en-US"/>
        </a:p>
      </dgm:t>
    </dgm:pt>
    <dgm:pt modelId="{294EA3A3-A5AD-46E3-813F-347A34100235}" type="pres">
      <dgm:prSet presAssocID="{CD80AB28-1B66-4C9E-8585-5BE89E53EBE3}" presName="Name0" presStyleCnt="0">
        <dgm:presLayoutVars>
          <dgm:dir/>
          <dgm:resizeHandles val="exact"/>
        </dgm:presLayoutVars>
      </dgm:prSet>
      <dgm:spPr/>
    </dgm:pt>
    <dgm:pt modelId="{4B497A47-8BFE-41A1-B6BD-862E00015B40}" type="pres">
      <dgm:prSet presAssocID="{7A171F48-C34F-40A1-B0AA-EF3032E85052}" presName="node" presStyleLbl="node1" presStyleIdx="0" presStyleCnt="15">
        <dgm:presLayoutVars>
          <dgm:bulletEnabled val="1"/>
        </dgm:presLayoutVars>
      </dgm:prSet>
      <dgm:spPr/>
    </dgm:pt>
    <dgm:pt modelId="{C3211935-AB5A-430E-92C3-CDD89DB11516}" type="pres">
      <dgm:prSet presAssocID="{87603F5F-A1C7-4DF8-A3FE-07B34F481625}" presName="sibTrans" presStyleLbl="sibTrans1D1" presStyleIdx="0" presStyleCnt="14"/>
      <dgm:spPr/>
    </dgm:pt>
    <dgm:pt modelId="{ADAED07F-2015-4CD6-9844-D48E53B7DDBB}" type="pres">
      <dgm:prSet presAssocID="{87603F5F-A1C7-4DF8-A3FE-07B34F481625}" presName="connectorText" presStyleLbl="sibTrans1D1" presStyleIdx="0" presStyleCnt="14"/>
      <dgm:spPr/>
    </dgm:pt>
    <dgm:pt modelId="{FED2FFFA-536E-4CCA-B446-9C6802B54C62}" type="pres">
      <dgm:prSet presAssocID="{EEB77D1C-0F97-4209-8FF9-E3DAF1C9A270}" presName="node" presStyleLbl="node1" presStyleIdx="1" presStyleCnt="15">
        <dgm:presLayoutVars>
          <dgm:bulletEnabled val="1"/>
        </dgm:presLayoutVars>
      </dgm:prSet>
      <dgm:spPr/>
    </dgm:pt>
    <dgm:pt modelId="{C3C03292-2448-4DA5-A776-9AF6D179D544}" type="pres">
      <dgm:prSet presAssocID="{920C1481-A8F3-4B9C-8DD6-862ACE988FE2}" presName="sibTrans" presStyleLbl="sibTrans1D1" presStyleIdx="1" presStyleCnt="14"/>
      <dgm:spPr/>
    </dgm:pt>
    <dgm:pt modelId="{89C5598C-AA83-482A-8C9B-FD6276F56065}" type="pres">
      <dgm:prSet presAssocID="{920C1481-A8F3-4B9C-8DD6-862ACE988FE2}" presName="connectorText" presStyleLbl="sibTrans1D1" presStyleIdx="1" presStyleCnt="14"/>
      <dgm:spPr/>
    </dgm:pt>
    <dgm:pt modelId="{0A3708A1-2138-48B9-B9A0-C4D3BF1324D7}" type="pres">
      <dgm:prSet presAssocID="{56058A45-06BD-4961-82D9-E4E8D6C756DE}" presName="node" presStyleLbl="node1" presStyleIdx="2" presStyleCnt="15">
        <dgm:presLayoutVars>
          <dgm:bulletEnabled val="1"/>
        </dgm:presLayoutVars>
      </dgm:prSet>
      <dgm:spPr/>
    </dgm:pt>
    <dgm:pt modelId="{DAC92CC3-CFC7-4571-B846-0FD05981D940}" type="pres">
      <dgm:prSet presAssocID="{0239AEC7-9483-4AC9-8DBF-4A70817C30FA}" presName="sibTrans" presStyleLbl="sibTrans1D1" presStyleIdx="2" presStyleCnt="14"/>
      <dgm:spPr/>
    </dgm:pt>
    <dgm:pt modelId="{9A53D257-39FA-4DB2-BFE0-B50345CF2511}" type="pres">
      <dgm:prSet presAssocID="{0239AEC7-9483-4AC9-8DBF-4A70817C30FA}" presName="connectorText" presStyleLbl="sibTrans1D1" presStyleIdx="2" presStyleCnt="14"/>
      <dgm:spPr/>
    </dgm:pt>
    <dgm:pt modelId="{365A86D5-7BB9-4F83-B006-191D5574049F}" type="pres">
      <dgm:prSet presAssocID="{5E10A87E-0456-4AAA-963B-697EA50AC747}" presName="node" presStyleLbl="node1" presStyleIdx="3" presStyleCnt="15">
        <dgm:presLayoutVars>
          <dgm:bulletEnabled val="1"/>
        </dgm:presLayoutVars>
      </dgm:prSet>
      <dgm:spPr/>
    </dgm:pt>
    <dgm:pt modelId="{11A001DD-3B7F-4A77-BD51-2167E7F91421}" type="pres">
      <dgm:prSet presAssocID="{9DC4F0B7-9B57-4672-8502-5B4706CB73E5}" presName="sibTrans" presStyleLbl="sibTrans1D1" presStyleIdx="3" presStyleCnt="14"/>
      <dgm:spPr/>
    </dgm:pt>
    <dgm:pt modelId="{D523E971-EFA2-48FF-B47A-C6F2C946C74B}" type="pres">
      <dgm:prSet presAssocID="{9DC4F0B7-9B57-4672-8502-5B4706CB73E5}" presName="connectorText" presStyleLbl="sibTrans1D1" presStyleIdx="3" presStyleCnt="14"/>
      <dgm:spPr/>
    </dgm:pt>
    <dgm:pt modelId="{1599A9B7-D2BA-45F8-A9B0-B3CBD7F0B505}" type="pres">
      <dgm:prSet presAssocID="{037A8D8F-1DCF-442B-9C7B-66174C86715E}" presName="node" presStyleLbl="node1" presStyleIdx="4" presStyleCnt="15">
        <dgm:presLayoutVars>
          <dgm:bulletEnabled val="1"/>
        </dgm:presLayoutVars>
      </dgm:prSet>
      <dgm:spPr/>
    </dgm:pt>
    <dgm:pt modelId="{BC3D8C83-07D6-4008-8FEF-541B57CE4F0D}" type="pres">
      <dgm:prSet presAssocID="{B524B484-FF45-47BE-A1C0-C0B2CAA5F9E9}" presName="sibTrans" presStyleLbl="sibTrans1D1" presStyleIdx="4" presStyleCnt="14"/>
      <dgm:spPr/>
    </dgm:pt>
    <dgm:pt modelId="{DE023616-7017-4339-98D8-412339DF6A86}" type="pres">
      <dgm:prSet presAssocID="{B524B484-FF45-47BE-A1C0-C0B2CAA5F9E9}" presName="connectorText" presStyleLbl="sibTrans1D1" presStyleIdx="4" presStyleCnt="14"/>
      <dgm:spPr/>
    </dgm:pt>
    <dgm:pt modelId="{C9ED3778-AF5E-4847-9DBE-1DB356291BFC}" type="pres">
      <dgm:prSet presAssocID="{53CB05A4-5D3C-4DEA-984F-A35DB8566411}" presName="node" presStyleLbl="node1" presStyleIdx="5" presStyleCnt="15">
        <dgm:presLayoutVars>
          <dgm:bulletEnabled val="1"/>
        </dgm:presLayoutVars>
      </dgm:prSet>
      <dgm:spPr/>
    </dgm:pt>
    <dgm:pt modelId="{9DFFF96E-B80F-434E-B8E6-27272B953408}" type="pres">
      <dgm:prSet presAssocID="{9A8D7439-0C1C-424F-902D-6364FA18086D}" presName="sibTrans" presStyleLbl="sibTrans1D1" presStyleIdx="5" presStyleCnt="14"/>
      <dgm:spPr/>
    </dgm:pt>
    <dgm:pt modelId="{B7556D19-0B5E-410B-9061-F20DF15A1572}" type="pres">
      <dgm:prSet presAssocID="{9A8D7439-0C1C-424F-902D-6364FA18086D}" presName="connectorText" presStyleLbl="sibTrans1D1" presStyleIdx="5" presStyleCnt="14"/>
      <dgm:spPr/>
    </dgm:pt>
    <dgm:pt modelId="{1818F01B-A8FD-4DF6-8AD1-47740DC8A6DC}" type="pres">
      <dgm:prSet presAssocID="{9A530B6D-882C-4BB4-898A-E93F9C57830E}" presName="node" presStyleLbl="node1" presStyleIdx="6" presStyleCnt="15">
        <dgm:presLayoutVars>
          <dgm:bulletEnabled val="1"/>
        </dgm:presLayoutVars>
      </dgm:prSet>
      <dgm:spPr/>
    </dgm:pt>
    <dgm:pt modelId="{576FA22D-B3E1-418D-94AF-8F426FFC54DC}" type="pres">
      <dgm:prSet presAssocID="{466B4D2F-3503-460B-AA2D-CD7DAF38E44A}" presName="sibTrans" presStyleLbl="sibTrans1D1" presStyleIdx="6" presStyleCnt="14"/>
      <dgm:spPr/>
    </dgm:pt>
    <dgm:pt modelId="{A68E9A9C-6E7D-405B-B3E2-7E6ED835ABBF}" type="pres">
      <dgm:prSet presAssocID="{466B4D2F-3503-460B-AA2D-CD7DAF38E44A}" presName="connectorText" presStyleLbl="sibTrans1D1" presStyleIdx="6" presStyleCnt="14"/>
      <dgm:spPr/>
    </dgm:pt>
    <dgm:pt modelId="{2CB7C217-79A3-4774-9D13-15F49A89ECA1}" type="pres">
      <dgm:prSet presAssocID="{7114CBF6-86E3-4FDB-8630-C216948123F1}" presName="node" presStyleLbl="node1" presStyleIdx="7" presStyleCnt="15">
        <dgm:presLayoutVars>
          <dgm:bulletEnabled val="1"/>
        </dgm:presLayoutVars>
      </dgm:prSet>
      <dgm:spPr/>
    </dgm:pt>
    <dgm:pt modelId="{A1BF757C-730C-4AD5-84FC-FC75820B149B}" type="pres">
      <dgm:prSet presAssocID="{520F5F71-BA5B-4EDB-82B0-51C133FA0190}" presName="sibTrans" presStyleLbl="sibTrans1D1" presStyleIdx="7" presStyleCnt="14"/>
      <dgm:spPr/>
    </dgm:pt>
    <dgm:pt modelId="{0E5204FF-D1DD-494C-82C8-8204571E2FC9}" type="pres">
      <dgm:prSet presAssocID="{520F5F71-BA5B-4EDB-82B0-51C133FA0190}" presName="connectorText" presStyleLbl="sibTrans1D1" presStyleIdx="7" presStyleCnt="14"/>
      <dgm:spPr/>
    </dgm:pt>
    <dgm:pt modelId="{4B7EC187-60DD-47AA-AF6D-BE94CE963958}" type="pres">
      <dgm:prSet presAssocID="{1DEA1904-6B71-469C-8E43-89246455EA66}" presName="node" presStyleLbl="node1" presStyleIdx="8" presStyleCnt="15">
        <dgm:presLayoutVars>
          <dgm:bulletEnabled val="1"/>
        </dgm:presLayoutVars>
      </dgm:prSet>
      <dgm:spPr/>
    </dgm:pt>
    <dgm:pt modelId="{86040694-F90B-4C67-9741-46AB03372EE5}" type="pres">
      <dgm:prSet presAssocID="{B2E8B76D-2ED7-40C1-B28C-6A3690464FBC}" presName="sibTrans" presStyleLbl="sibTrans1D1" presStyleIdx="8" presStyleCnt="14"/>
      <dgm:spPr/>
    </dgm:pt>
    <dgm:pt modelId="{0CCB814B-20BC-4404-8284-7A25AAA2FC9E}" type="pres">
      <dgm:prSet presAssocID="{B2E8B76D-2ED7-40C1-B28C-6A3690464FBC}" presName="connectorText" presStyleLbl="sibTrans1D1" presStyleIdx="8" presStyleCnt="14"/>
      <dgm:spPr/>
    </dgm:pt>
    <dgm:pt modelId="{0CBC7840-2EF8-4182-AD33-F66A885A6C99}" type="pres">
      <dgm:prSet presAssocID="{DACC1092-1905-4299-9AA4-804CE629A824}" presName="node" presStyleLbl="node1" presStyleIdx="9" presStyleCnt="15">
        <dgm:presLayoutVars>
          <dgm:bulletEnabled val="1"/>
        </dgm:presLayoutVars>
      </dgm:prSet>
      <dgm:spPr/>
    </dgm:pt>
    <dgm:pt modelId="{3A0308D0-8A9C-456F-937E-537D135533C4}" type="pres">
      <dgm:prSet presAssocID="{EE490506-DD64-4577-98B0-E72761B2A126}" presName="sibTrans" presStyleLbl="sibTrans1D1" presStyleIdx="9" presStyleCnt="14"/>
      <dgm:spPr/>
    </dgm:pt>
    <dgm:pt modelId="{8C771E9B-3B04-4D90-B82C-1E17BE2BC80F}" type="pres">
      <dgm:prSet presAssocID="{EE490506-DD64-4577-98B0-E72761B2A126}" presName="connectorText" presStyleLbl="sibTrans1D1" presStyleIdx="9" presStyleCnt="14"/>
      <dgm:spPr/>
    </dgm:pt>
    <dgm:pt modelId="{996FF17B-6459-45AC-BC3A-DDA70EE475CC}" type="pres">
      <dgm:prSet presAssocID="{88D31DED-818E-48A0-BC0E-D9A8EA6ED034}" presName="node" presStyleLbl="node1" presStyleIdx="10" presStyleCnt="15">
        <dgm:presLayoutVars>
          <dgm:bulletEnabled val="1"/>
        </dgm:presLayoutVars>
      </dgm:prSet>
      <dgm:spPr/>
    </dgm:pt>
    <dgm:pt modelId="{A0199191-24D4-4E1A-92B8-895447338C6A}" type="pres">
      <dgm:prSet presAssocID="{D98AB681-0AB4-470E-8DCE-A10FF6CD1B9C}" presName="sibTrans" presStyleLbl="sibTrans1D1" presStyleIdx="10" presStyleCnt="14"/>
      <dgm:spPr/>
    </dgm:pt>
    <dgm:pt modelId="{0AEF62B6-D96D-45F3-ADD0-AE06DD4E9B5C}" type="pres">
      <dgm:prSet presAssocID="{D98AB681-0AB4-470E-8DCE-A10FF6CD1B9C}" presName="connectorText" presStyleLbl="sibTrans1D1" presStyleIdx="10" presStyleCnt="14"/>
      <dgm:spPr/>
    </dgm:pt>
    <dgm:pt modelId="{3E83216B-1E00-4AD8-86DD-A17AC8CBBB14}" type="pres">
      <dgm:prSet presAssocID="{BEA2194A-4B50-49D6-BEDC-7174E91D083E}" presName="node" presStyleLbl="node1" presStyleIdx="11" presStyleCnt="15">
        <dgm:presLayoutVars>
          <dgm:bulletEnabled val="1"/>
        </dgm:presLayoutVars>
      </dgm:prSet>
      <dgm:spPr/>
    </dgm:pt>
    <dgm:pt modelId="{FA51819F-7D35-4041-B908-D4182FF3205E}" type="pres">
      <dgm:prSet presAssocID="{F5BBEA9A-C0AF-4687-8DA0-C573A7885508}" presName="sibTrans" presStyleLbl="sibTrans1D1" presStyleIdx="11" presStyleCnt="14"/>
      <dgm:spPr/>
    </dgm:pt>
    <dgm:pt modelId="{BD963964-F7DB-44AA-9EF3-3EEE55AA73E8}" type="pres">
      <dgm:prSet presAssocID="{F5BBEA9A-C0AF-4687-8DA0-C573A7885508}" presName="connectorText" presStyleLbl="sibTrans1D1" presStyleIdx="11" presStyleCnt="14"/>
      <dgm:spPr/>
    </dgm:pt>
    <dgm:pt modelId="{C8B40A09-D855-4E63-B4EC-B2199BE3C69F}" type="pres">
      <dgm:prSet presAssocID="{0B4F8503-E2B9-462F-BE5A-5E741D963A15}" presName="node" presStyleLbl="node1" presStyleIdx="12" presStyleCnt="15">
        <dgm:presLayoutVars>
          <dgm:bulletEnabled val="1"/>
        </dgm:presLayoutVars>
      </dgm:prSet>
      <dgm:spPr/>
    </dgm:pt>
    <dgm:pt modelId="{82C5DFEE-7639-4028-932E-D1B52FB714BC}" type="pres">
      <dgm:prSet presAssocID="{2A1E3C21-76A5-4DF8-804E-345FBCABDFAF}" presName="sibTrans" presStyleLbl="sibTrans1D1" presStyleIdx="12" presStyleCnt="14"/>
      <dgm:spPr/>
    </dgm:pt>
    <dgm:pt modelId="{683C5896-CE77-41E3-8AFF-F6E478EAD8DE}" type="pres">
      <dgm:prSet presAssocID="{2A1E3C21-76A5-4DF8-804E-345FBCABDFAF}" presName="connectorText" presStyleLbl="sibTrans1D1" presStyleIdx="12" presStyleCnt="14"/>
      <dgm:spPr/>
    </dgm:pt>
    <dgm:pt modelId="{3B4005C7-2BC8-4C62-ADD0-80CB53B1DC83}" type="pres">
      <dgm:prSet presAssocID="{E339E65D-0C6B-470B-948A-36DC9A8998BC}" presName="node" presStyleLbl="node1" presStyleIdx="13" presStyleCnt="15">
        <dgm:presLayoutVars>
          <dgm:bulletEnabled val="1"/>
        </dgm:presLayoutVars>
      </dgm:prSet>
      <dgm:spPr/>
    </dgm:pt>
    <dgm:pt modelId="{08E6568C-06F3-4F2E-A43B-E856CA791396}" type="pres">
      <dgm:prSet presAssocID="{B1C4D5A4-05F1-4511-BC3F-F0DF73FF20B8}" presName="sibTrans" presStyleLbl="sibTrans1D1" presStyleIdx="13" presStyleCnt="14"/>
      <dgm:spPr/>
    </dgm:pt>
    <dgm:pt modelId="{176BE186-0C92-45BE-95E5-829B4D8E865A}" type="pres">
      <dgm:prSet presAssocID="{B1C4D5A4-05F1-4511-BC3F-F0DF73FF20B8}" presName="connectorText" presStyleLbl="sibTrans1D1" presStyleIdx="13" presStyleCnt="14"/>
      <dgm:spPr/>
    </dgm:pt>
    <dgm:pt modelId="{F35FB1F6-2EF5-46BB-B499-DF10B1085F4A}" type="pres">
      <dgm:prSet presAssocID="{B99AFF9A-7B13-47BB-AEEF-0BD16D903B8B}" presName="node" presStyleLbl="node1" presStyleIdx="14" presStyleCnt="15">
        <dgm:presLayoutVars>
          <dgm:bulletEnabled val="1"/>
        </dgm:presLayoutVars>
      </dgm:prSet>
      <dgm:spPr/>
    </dgm:pt>
  </dgm:ptLst>
  <dgm:cxnLst>
    <dgm:cxn modelId="{7D512904-23B3-421F-86E0-F05602632F40}" type="presOf" srcId="{B524B484-FF45-47BE-A1C0-C0B2CAA5F9E9}" destId="{BC3D8C83-07D6-4008-8FEF-541B57CE4F0D}" srcOrd="0" destOrd="0" presId="urn:microsoft.com/office/officeart/2016/7/layout/RepeatingBendingProcessNew"/>
    <dgm:cxn modelId="{EBFAD509-A9BF-4150-80CF-986220FD56E8}" type="presOf" srcId="{520F5F71-BA5B-4EDB-82B0-51C133FA0190}" destId="{0E5204FF-D1DD-494C-82C8-8204571E2FC9}" srcOrd="1" destOrd="0" presId="urn:microsoft.com/office/officeart/2016/7/layout/RepeatingBendingProcessNew"/>
    <dgm:cxn modelId="{932D090A-CBAA-445C-AD6D-D1665AD17B9C}" type="presOf" srcId="{87603F5F-A1C7-4DF8-A3FE-07B34F481625}" destId="{C3211935-AB5A-430E-92C3-CDD89DB11516}" srcOrd="0" destOrd="0" presId="urn:microsoft.com/office/officeart/2016/7/layout/RepeatingBendingProcessNew"/>
    <dgm:cxn modelId="{2616E70A-F571-4F7F-9ACA-D40740D94C1F}" type="presOf" srcId="{920C1481-A8F3-4B9C-8DD6-862ACE988FE2}" destId="{C3C03292-2448-4DA5-A776-9AF6D179D544}" srcOrd="0" destOrd="0" presId="urn:microsoft.com/office/officeart/2016/7/layout/RepeatingBendingProcessNew"/>
    <dgm:cxn modelId="{97E5C112-3DFF-431D-B19D-BBA632E6C6EE}" type="presOf" srcId="{E339E65D-0C6B-470B-948A-36DC9A8998BC}" destId="{3B4005C7-2BC8-4C62-ADD0-80CB53B1DC83}" srcOrd="0" destOrd="0" presId="urn:microsoft.com/office/officeart/2016/7/layout/RepeatingBendingProcessNew"/>
    <dgm:cxn modelId="{0006A116-1D69-4ED3-AA92-F7C351E43A3E}" type="presOf" srcId="{2A1E3C21-76A5-4DF8-804E-345FBCABDFAF}" destId="{82C5DFEE-7639-4028-932E-D1B52FB714BC}" srcOrd="0" destOrd="0" presId="urn:microsoft.com/office/officeart/2016/7/layout/RepeatingBendingProcessNew"/>
    <dgm:cxn modelId="{17BA7B18-0188-4036-B0D9-9084EE9818FF}" type="presOf" srcId="{1DEA1904-6B71-469C-8E43-89246455EA66}" destId="{4B7EC187-60DD-47AA-AF6D-BE94CE963958}" srcOrd="0" destOrd="0" presId="urn:microsoft.com/office/officeart/2016/7/layout/RepeatingBendingProcessNew"/>
    <dgm:cxn modelId="{1EDADE19-82AD-4FFE-B8F3-7FE36E69E698}" type="presOf" srcId="{7114CBF6-86E3-4FDB-8630-C216948123F1}" destId="{2CB7C217-79A3-4774-9D13-15F49A89ECA1}" srcOrd="0" destOrd="0" presId="urn:microsoft.com/office/officeart/2016/7/layout/RepeatingBendingProcessNew"/>
    <dgm:cxn modelId="{4556CF1A-4BFA-4A41-81C7-1D9AFC97FEEE}" srcId="{CD80AB28-1B66-4C9E-8585-5BE89E53EBE3}" destId="{037A8D8F-1DCF-442B-9C7B-66174C86715E}" srcOrd="4" destOrd="0" parTransId="{9253544A-78D8-4718-A375-16A0145BBBBA}" sibTransId="{B524B484-FF45-47BE-A1C0-C0B2CAA5F9E9}"/>
    <dgm:cxn modelId="{73DDC31F-5B68-429E-B021-88AFBBFBF1CC}" type="presOf" srcId="{CD80AB28-1B66-4C9E-8585-5BE89E53EBE3}" destId="{294EA3A3-A5AD-46E3-813F-347A34100235}" srcOrd="0" destOrd="0" presId="urn:microsoft.com/office/officeart/2016/7/layout/RepeatingBendingProcessNew"/>
    <dgm:cxn modelId="{CBBE5124-DF6D-49F4-B2BE-0DA712DAA272}" srcId="{CD80AB28-1B66-4C9E-8585-5BE89E53EBE3}" destId="{B99AFF9A-7B13-47BB-AEEF-0BD16D903B8B}" srcOrd="14" destOrd="0" parTransId="{E481CFD0-455D-481C-A294-11F2477AE94F}" sibTransId="{81668635-EF59-4EDD-995B-B5A630E810B4}"/>
    <dgm:cxn modelId="{083C322F-10E6-4DC0-84F0-93BBA933F7B8}" type="presOf" srcId="{B2E8B76D-2ED7-40C1-B28C-6A3690464FBC}" destId="{0CCB814B-20BC-4404-8284-7A25AAA2FC9E}" srcOrd="1" destOrd="0" presId="urn:microsoft.com/office/officeart/2016/7/layout/RepeatingBendingProcessNew"/>
    <dgm:cxn modelId="{43486932-94F5-4CB6-9998-7F2EA5A0132A}" type="presOf" srcId="{F5BBEA9A-C0AF-4687-8DA0-C573A7885508}" destId="{BD963964-F7DB-44AA-9EF3-3EEE55AA73E8}" srcOrd="1" destOrd="0" presId="urn:microsoft.com/office/officeart/2016/7/layout/RepeatingBendingProcessNew"/>
    <dgm:cxn modelId="{FFCA6A35-7034-4B80-BDAB-3C3172626661}" srcId="{CD80AB28-1B66-4C9E-8585-5BE89E53EBE3}" destId="{5E10A87E-0456-4AAA-963B-697EA50AC747}" srcOrd="3" destOrd="0" parTransId="{30DFA218-D1B9-4B37-833C-EFC5F56DA6C8}" sibTransId="{9DC4F0B7-9B57-4672-8502-5B4706CB73E5}"/>
    <dgm:cxn modelId="{CB2EE835-E9BE-4B4E-A531-EC26A1C95B5F}" type="presOf" srcId="{2A1E3C21-76A5-4DF8-804E-345FBCABDFAF}" destId="{683C5896-CE77-41E3-8AFF-F6E478EAD8DE}" srcOrd="1" destOrd="0" presId="urn:microsoft.com/office/officeart/2016/7/layout/RepeatingBendingProcessNew"/>
    <dgm:cxn modelId="{9036DE38-D400-4700-9167-456841A302A0}" srcId="{CD80AB28-1B66-4C9E-8585-5BE89E53EBE3}" destId="{1DEA1904-6B71-469C-8E43-89246455EA66}" srcOrd="8" destOrd="0" parTransId="{488C962C-2B14-44D7-8F6F-9BB6AE3DB8E6}" sibTransId="{B2E8B76D-2ED7-40C1-B28C-6A3690464FBC}"/>
    <dgm:cxn modelId="{C53A253F-C737-41EA-8B88-D88912BFAFB1}" srcId="{CD80AB28-1B66-4C9E-8585-5BE89E53EBE3}" destId="{88D31DED-818E-48A0-BC0E-D9A8EA6ED034}" srcOrd="10" destOrd="0" parTransId="{90DA54B6-97C6-4360-8184-BEF405D5254A}" sibTransId="{D98AB681-0AB4-470E-8DCE-A10FF6CD1B9C}"/>
    <dgm:cxn modelId="{87BFFB5D-92CE-4AEA-BC33-E8CE032784DE}" srcId="{CD80AB28-1B66-4C9E-8585-5BE89E53EBE3}" destId="{56058A45-06BD-4961-82D9-E4E8D6C756DE}" srcOrd="2" destOrd="0" parTransId="{2992F4B1-4F0B-4D62-9571-54FB36399AB9}" sibTransId="{0239AEC7-9483-4AC9-8DBF-4A70817C30FA}"/>
    <dgm:cxn modelId="{5B0B2C45-32E7-4259-9842-04AB406E3C21}" type="presOf" srcId="{88D31DED-818E-48A0-BC0E-D9A8EA6ED034}" destId="{996FF17B-6459-45AC-BC3A-DDA70EE475CC}" srcOrd="0" destOrd="0" presId="urn:microsoft.com/office/officeart/2016/7/layout/RepeatingBendingProcessNew"/>
    <dgm:cxn modelId="{926BD946-5E9D-4A4A-A3E4-DE5981F13698}" srcId="{CD80AB28-1B66-4C9E-8585-5BE89E53EBE3}" destId="{0B4F8503-E2B9-462F-BE5A-5E741D963A15}" srcOrd="12" destOrd="0" parTransId="{0F7A0A79-1538-4261-A327-D4B7DE74A696}" sibTransId="{2A1E3C21-76A5-4DF8-804E-345FBCABDFAF}"/>
    <dgm:cxn modelId="{C47A324C-4B51-4146-A0D3-E0BE5D2AEFB7}" srcId="{CD80AB28-1B66-4C9E-8585-5BE89E53EBE3}" destId="{7A171F48-C34F-40A1-B0AA-EF3032E85052}" srcOrd="0" destOrd="0" parTransId="{A4FDA257-1CD6-432C-A4A1-F0C2785359FE}" sibTransId="{87603F5F-A1C7-4DF8-A3FE-07B34F481625}"/>
    <dgm:cxn modelId="{E613776E-2100-4DF6-AE06-1E8B5A429F9F}" type="presOf" srcId="{B1C4D5A4-05F1-4511-BC3F-F0DF73FF20B8}" destId="{08E6568C-06F3-4F2E-A43B-E856CA791396}" srcOrd="0" destOrd="0" presId="urn:microsoft.com/office/officeart/2016/7/layout/RepeatingBendingProcessNew"/>
    <dgm:cxn modelId="{596DB46E-3656-4C4B-86FE-DB9BD24BEFBA}" type="presOf" srcId="{9A530B6D-882C-4BB4-898A-E93F9C57830E}" destId="{1818F01B-A8FD-4DF6-8AD1-47740DC8A6DC}" srcOrd="0" destOrd="0" presId="urn:microsoft.com/office/officeart/2016/7/layout/RepeatingBendingProcessNew"/>
    <dgm:cxn modelId="{9556CC6E-FC2F-42F1-A65B-5669AEAAD38D}" type="presOf" srcId="{EEB77D1C-0F97-4209-8FF9-E3DAF1C9A270}" destId="{FED2FFFA-536E-4CCA-B446-9C6802B54C62}" srcOrd="0" destOrd="0" presId="urn:microsoft.com/office/officeart/2016/7/layout/RepeatingBendingProcessNew"/>
    <dgm:cxn modelId="{F8A8D56F-7850-4DC9-9631-F794EE95507D}" type="presOf" srcId="{037A8D8F-1DCF-442B-9C7B-66174C86715E}" destId="{1599A9B7-D2BA-45F8-A9B0-B3CBD7F0B505}" srcOrd="0" destOrd="0" presId="urn:microsoft.com/office/officeart/2016/7/layout/RepeatingBendingProcessNew"/>
    <dgm:cxn modelId="{9FBF1672-643E-485B-9D37-497A7D49358D}" type="presOf" srcId="{F5BBEA9A-C0AF-4687-8DA0-C573A7885508}" destId="{FA51819F-7D35-4041-B908-D4182FF3205E}" srcOrd="0" destOrd="0" presId="urn:microsoft.com/office/officeart/2016/7/layout/RepeatingBendingProcessNew"/>
    <dgm:cxn modelId="{96CB0374-6102-45D8-8C86-F51D4298627E}" type="presOf" srcId="{0B4F8503-E2B9-462F-BE5A-5E741D963A15}" destId="{C8B40A09-D855-4E63-B4EC-B2199BE3C69F}" srcOrd="0" destOrd="0" presId="urn:microsoft.com/office/officeart/2016/7/layout/RepeatingBendingProcessNew"/>
    <dgm:cxn modelId="{CD965A54-6F1E-45F5-9E47-0FCFD53B6575}" type="presOf" srcId="{520F5F71-BA5B-4EDB-82B0-51C133FA0190}" destId="{A1BF757C-730C-4AD5-84FC-FC75820B149B}" srcOrd="0" destOrd="0" presId="urn:microsoft.com/office/officeart/2016/7/layout/RepeatingBendingProcessNew"/>
    <dgm:cxn modelId="{643D5676-EE7B-42C5-A027-C4428C6B2CF6}" type="presOf" srcId="{B99AFF9A-7B13-47BB-AEEF-0BD16D903B8B}" destId="{F35FB1F6-2EF5-46BB-B499-DF10B1085F4A}" srcOrd="0" destOrd="0" presId="urn:microsoft.com/office/officeart/2016/7/layout/RepeatingBendingProcessNew"/>
    <dgm:cxn modelId="{89767157-981E-4A52-AAE6-DDC7372B1C37}" type="presOf" srcId="{9A8D7439-0C1C-424F-902D-6364FA18086D}" destId="{9DFFF96E-B80F-434E-B8E6-27272B953408}" srcOrd="0" destOrd="0" presId="urn:microsoft.com/office/officeart/2016/7/layout/RepeatingBendingProcessNew"/>
    <dgm:cxn modelId="{71917E57-47F9-47A0-AE3C-807B0AEB651F}" type="presOf" srcId="{D98AB681-0AB4-470E-8DCE-A10FF6CD1B9C}" destId="{0AEF62B6-D96D-45F3-ADD0-AE06DD4E9B5C}" srcOrd="1" destOrd="0" presId="urn:microsoft.com/office/officeart/2016/7/layout/RepeatingBendingProcessNew"/>
    <dgm:cxn modelId="{E2D2B858-5420-4BED-9349-8DD1BC6A44BE}" type="presOf" srcId="{87603F5F-A1C7-4DF8-A3FE-07B34F481625}" destId="{ADAED07F-2015-4CD6-9844-D48E53B7DDBB}" srcOrd="1" destOrd="0" presId="urn:microsoft.com/office/officeart/2016/7/layout/RepeatingBendingProcessNew"/>
    <dgm:cxn modelId="{D16B7C7A-C252-4557-B6DC-9C641622AADF}" type="presOf" srcId="{56058A45-06BD-4961-82D9-E4E8D6C756DE}" destId="{0A3708A1-2138-48B9-B9A0-C4D3BF1324D7}" srcOrd="0" destOrd="0" presId="urn:microsoft.com/office/officeart/2016/7/layout/RepeatingBendingProcessNew"/>
    <dgm:cxn modelId="{AF8E6380-C321-46AE-A11C-E295ED115A27}" srcId="{CD80AB28-1B66-4C9E-8585-5BE89E53EBE3}" destId="{9A530B6D-882C-4BB4-898A-E93F9C57830E}" srcOrd="6" destOrd="0" parTransId="{4581138B-6F19-4015-9304-5ACC4A8C4BC6}" sibTransId="{466B4D2F-3503-460B-AA2D-CD7DAF38E44A}"/>
    <dgm:cxn modelId="{57DD2883-855D-4D6E-A25E-DE5BD8BD6E9E}" type="presOf" srcId="{9DC4F0B7-9B57-4672-8502-5B4706CB73E5}" destId="{D523E971-EFA2-48FF-B47A-C6F2C946C74B}" srcOrd="1" destOrd="0" presId="urn:microsoft.com/office/officeart/2016/7/layout/RepeatingBendingProcessNew"/>
    <dgm:cxn modelId="{F6FD818E-C1E8-4F17-B023-6C32CB15687E}" srcId="{CD80AB28-1B66-4C9E-8585-5BE89E53EBE3}" destId="{7114CBF6-86E3-4FDB-8630-C216948123F1}" srcOrd="7" destOrd="0" parTransId="{FC30E12E-1CA5-4E2E-89A4-5C7C47372501}" sibTransId="{520F5F71-BA5B-4EDB-82B0-51C133FA0190}"/>
    <dgm:cxn modelId="{5E23BB8F-8448-4031-B515-7998812CA6A9}" type="presOf" srcId="{B1C4D5A4-05F1-4511-BC3F-F0DF73FF20B8}" destId="{176BE186-0C92-45BE-95E5-829B4D8E865A}" srcOrd="1" destOrd="0" presId="urn:microsoft.com/office/officeart/2016/7/layout/RepeatingBendingProcessNew"/>
    <dgm:cxn modelId="{D48F289A-A9A2-4A29-A2F0-E8D41DAADC2B}" type="presOf" srcId="{466B4D2F-3503-460B-AA2D-CD7DAF38E44A}" destId="{576FA22D-B3E1-418D-94AF-8F426FFC54DC}" srcOrd="0" destOrd="0" presId="urn:microsoft.com/office/officeart/2016/7/layout/RepeatingBendingProcessNew"/>
    <dgm:cxn modelId="{7833169B-DF7A-4B17-A2FC-3C75142C7D4F}" type="presOf" srcId="{5E10A87E-0456-4AAA-963B-697EA50AC747}" destId="{365A86D5-7BB9-4F83-B006-191D5574049F}" srcOrd="0" destOrd="0" presId="urn:microsoft.com/office/officeart/2016/7/layout/RepeatingBendingProcessNew"/>
    <dgm:cxn modelId="{CB18DDA1-2CAB-4D90-917B-05B308261B51}" srcId="{CD80AB28-1B66-4C9E-8585-5BE89E53EBE3}" destId="{DACC1092-1905-4299-9AA4-804CE629A824}" srcOrd="9" destOrd="0" parTransId="{4B309089-6B21-47A8-9A38-CC6E13EFF122}" sibTransId="{EE490506-DD64-4577-98B0-E72761B2A126}"/>
    <dgm:cxn modelId="{7C440DBA-A492-4155-915D-03F0A23B5C90}" srcId="{CD80AB28-1B66-4C9E-8585-5BE89E53EBE3}" destId="{BEA2194A-4B50-49D6-BEDC-7174E91D083E}" srcOrd="11" destOrd="0" parTransId="{0A9DDA9A-6DE5-459B-979F-3CBEDA02449D}" sibTransId="{F5BBEA9A-C0AF-4687-8DA0-C573A7885508}"/>
    <dgm:cxn modelId="{90E263BE-5F5E-43CE-B4BC-C5CA6CB61E3B}" srcId="{CD80AB28-1B66-4C9E-8585-5BE89E53EBE3}" destId="{E339E65D-0C6B-470B-948A-36DC9A8998BC}" srcOrd="13" destOrd="0" parTransId="{149D4CE7-CC94-4CE7-8BEA-955899695AB5}" sibTransId="{B1C4D5A4-05F1-4511-BC3F-F0DF73FF20B8}"/>
    <dgm:cxn modelId="{23141AC0-06B4-453E-B6FE-481CF71C048E}" type="presOf" srcId="{B2E8B76D-2ED7-40C1-B28C-6A3690464FBC}" destId="{86040694-F90B-4C67-9741-46AB03372EE5}" srcOrd="0" destOrd="0" presId="urn:microsoft.com/office/officeart/2016/7/layout/RepeatingBendingProcessNew"/>
    <dgm:cxn modelId="{92DA86C5-4341-4CF6-978E-9B9BC05DBF90}" srcId="{CD80AB28-1B66-4C9E-8585-5BE89E53EBE3}" destId="{EEB77D1C-0F97-4209-8FF9-E3DAF1C9A270}" srcOrd="1" destOrd="0" parTransId="{AB6E9A9F-D7CF-45F0-ABD6-C61E04FF36E2}" sibTransId="{920C1481-A8F3-4B9C-8DD6-862ACE988FE2}"/>
    <dgm:cxn modelId="{12A864C8-CA5B-4272-B536-B76746FAD798}" type="presOf" srcId="{0239AEC7-9483-4AC9-8DBF-4A70817C30FA}" destId="{DAC92CC3-CFC7-4571-B846-0FD05981D940}" srcOrd="0" destOrd="0" presId="urn:microsoft.com/office/officeart/2016/7/layout/RepeatingBendingProcessNew"/>
    <dgm:cxn modelId="{0A4392C8-B8B7-4E07-8277-F8EA91F3D6F9}" type="presOf" srcId="{9A8D7439-0C1C-424F-902D-6364FA18086D}" destId="{B7556D19-0B5E-410B-9061-F20DF15A1572}" srcOrd="1" destOrd="0" presId="urn:microsoft.com/office/officeart/2016/7/layout/RepeatingBendingProcessNew"/>
    <dgm:cxn modelId="{437BD2CA-92E4-48A4-BF97-BCBC05DB94E3}" type="presOf" srcId="{53CB05A4-5D3C-4DEA-984F-A35DB8566411}" destId="{C9ED3778-AF5E-4847-9DBE-1DB356291BFC}" srcOrd="0" destOrd="0" presId="urn:microsoft.com/office/officeart/2016/7/layout/RepeatingBendingProcessNew"/>
    <dgm:cxn modelId="{C5EFEFCE-AB67-4076-A6D9-7AB64B042127}" type="presOf" srcId="{0239AEC7-9483-4AC9-8DBF-4A70817C30FA}" destId="{9A53D257-39FA-4DB2-BFE0-B50345CF2511}" srcOrd="1" destOrd="0" presId="urn:microsoft.com/office/officeart/2016/7/layout/RepeatingBendingProcessNew"/>
    <dgm:cxn modelId="{C51441CF-4AFA-4620-95F7-78859B200E8C}" type="presOf" srcId="{DACC1092-1905-4299-9AA4-804CE629A824}" destId="{0CBC7840-2EF8-4182-AD33-F66A885A6C99}" srcOrd="0" destOrd="0" presId="urn:microsoft.com/office/officeart/2016/7/layout/RepeatingBendingProcessNew"/>
    <dgm:cxn modelId="{EFEC39D7-69A1-4D45-9E67-BDC51785B837}" type="presOf" srcId="{EE490506-DD64-4577-98B0-E72761B2A126}" destId="{8C771E9B-3B04-4D90-B82C-1E17BE2BC80F}" srcOrd="1" destOrd="0" presId="urn:microsoft.com/office/officeart/2016/7/layout/RepeatingBendingProcessNew"/>
    <dgm:cxn modelId="{A564D5D8-6ECC-4D54-9299-10B2B838850A}" type="presOf" srcId="{B524B484-FF45-47BE-A1C0-C0B2CAA5F9E9}" destId="{DE023616-7017-4339-98D8-412339DF6A86}" srcOrd="1" destOrd="0" presId="urn:microsoft.com/office/officeart/2016/7/layout/RepeatingBendingProcessNew"/>
    <dgm:cxn modelId="{131092DC-7549-462F-81ED-C1DEC4CCCF89}" type="presOf" srcId="{BEA2194A-4B50-49D6-BEDC-7174E91D083E}" destId="{3E83216B-1E00-4AD8-86DD-A17AC8CBBB14}" srcOrd="0" destOrd="0" presId="urn:microsoft.com/office/officeart/2016/7/layout/RepeatingBendingProcessNew"/>
    <dgm:cxn modelId="{E5952BDD-E3A5-4C62-B93D-A49F067863C9}" type="presOf" srcId="{7A171F48-C34F-40A1-B0AA-EF3032E85052}" destId="{4B497A47-8BFE-41A1-B6BD-862E00015B40}" srcOrd="0" destOrd="0" presId="urn:microsoft.com/office/officeart/2016/7/layout/RepeatingBendingProcessNew"/>
    <dgm:cxn modelId="{F220B3DF-5933-4A43-9540-838A81103795}" type="presOf" srcId="{466B4D2F-3503-460B-AA2D-CD7DAF38E44A}" destId="{A68E9A9C-6E7D-405B-B3E2-7E6ED835ABBF}" srcOrd="1" destOrd="0" presId="urn:microsoft.com/office/officeart/2016/7/layout/RepeatingBendingProcessNew"/>
    <dgm:cxn modelId="{4EED4BE2-BBEF-4D11-8C86-517AF24C0048}" type="presOf" srcId="{920C1481-A8F3-4B9C-8DD6-862ACE988FE2}" destId="{89C5598C-AA83-482A-8C9B-FD6276F56065}" srcOrd="1" destOrd="0" presId="urn:microsoft.com/office/officeart/2016/7/layout/RepeatingBendingProcessNew"/>
    <dgm:cxn modelId="{612BB3E6-B7AB-46B5-BF2F-F4E1B0C0407A}" srcId="{CD80AB28-1B66-4C9E-8585-5BE89E53EBE3}" destId="{53CB05A4-5D3C-4DEA-984F-A35DB8566411}" srcOrd="5" destOrd="0" parTransId="{D5B8C827-AADD-45AB-B3F7-BBC45B184CA7}" sibTransId="{9A8D7439-0C1C-424F-902D-6364FA18086D}"/>
    <dgm:cxn modelId="{B132AEF4-B304-423F-A818-502CC7D3429B}" type="presOf" srcId="{EE490506-DD64-4577-98B0-E72761B2A126}" destId="{3A0308D0-8A9C-456F-937E-537D135533C4}" srcOrd="0" destOrd="0" presId="urn:microsoft.com/office/officeart/2016/7/layout/RepeatingBendingProcessNew"/>
    <dgm:cxn modelId="{B1B90AFD-D5DB-458C-B366-8C61C1AAC803}" type="presOf" srcId="{9DC4F0B7-9B57-4672-8502-5B4706CB73E5}" destId="{11A001DD-3B7F-4A77-BD51-2167E7F91421}" srcOrd="0" destOrd="0" presId="urn:microsoft.com/office/officeart/2016/7/layout/RepeatingBendingProcessNew"/>
    <dgm:cxn modelId="{F14D86FD-788E-4ADD-9D79-53D65C23DD98}" type="presOf" srcId="{D98AB681-0AB4-470E-8DCE-A10FF6CD1B9C}" destId="{A0199191-24D4-4E1A-92B8-895447338C6A}" srcOrd="0" destOrd="0" presId="urn:microsoft.com/office/officeart/2016/7/layout/RepeatingBendingProcessNew"/>
    <dgm:cxn modelId="{25B72ACC-6FAA-4E92-A49F-C0D81683F2E5}" type="presParOf" srcId="{294EA3A3-A5AD-46E3-813F-347A34100235}" destId="{4B497A47-8BFE-41A1-B6BD-862E00015B40}" srcOrd="0" destOrd="0" presId="urn:microsoft.com/office/officeart/2016/7/layout/RepeatingBendingProcessNew"/>
    <dgm:cxn modelId="{0EFC0E5A-40A9-467D-8D26-7E12D051B91F}" type="presParOf" srcId="{294EA3A3-A5AD-46E3-813F-347A34100235}" destId="{C3211935-AB5A-430E-92C3-CDD89DB11516}" srcOrd="1" destOrd="0" presId="urn:microsoft.com/office/officeart/2016/7/layout/RepeatingBendingProcessNew"/>
    <dgm:cxn modelId="{2E47DCA6-3AC5-49A8-9CAF-18AEC063C33C}" type="presParOf" srcId="{C3211935-AB5A-430E-92C3-CDD89DB11516}" destId="{ADAED07F-2015-4CD6-9844-D48E53B7DDBB}" srcOrd="0" destOrd="0" presId="urn:microsoft.com/office/officeart/2016/7/layout/RepeatingBendingProcessNew"/>
    <dgm:cxn modelId="{BD3ADC7F-9FFE-419F-AE32-FB00E1205E91}" type="presParOf" srcId="{294EA3A3-A5AD-46E3-813F-347A34100235}" destId="{FED2FFFA-536E-4CCA-B446-9C6802B54C62}" srcOrd="2" destOrd="0" presId="urn:microsoft.com/office/officeart/2016/7/layout/RepeatingBendingProcessNew"/>
    <dgm:cxn modelId="{F0D49F4C-88CC-4D76-A618-50F53F351A97}" type="presParOf" srcId="{294EA3A3-A5AD-46E3-813F-347A34100235}" destId="{C3C03292-2448-4DA5-A776-9AF6D179D544}" srcOrd="3" destOrd="0" presId="urn:microsoft.com/office/officeart/2016/7/layout/RepeatingBendingProcessNew"/>
    <dgm:cxn modelId="{5DCC6342-47B0-4AD4-BD31-15820F8E160D}" type="presParOf" srcId="{C3C03292-2448-4DA5-A776-9AF6D179D544}" destId="{89C5598C-AA83-482A-8C9B-FD6276F56065}" srcOrd="0" destOrd="0" presId="urn:microsoft.com/office/officeart/2016/7/layout/RepeatingBendingProcessNew"/>
    <dgm:cxn modelId="{5E09FE6F-4EC7-4A9E-80B1-9835F09470FE}" type="presParOf" srcId="{294EA3A3-A5AD-46E3-813F-347A34100235}" destId="{0A3708A1-2138-48B9-B9A0-C4D3BF1324D7}" srcOrd="4" destOrd="0" presId="urn:microsoft.com/office/officeart/2016/7/layout/RepeatingBendingProcessNew"/>
    <dgm:cxn modelId="{410B1DB6-777A-4E7F-9BB0-D052A94846E1}" type="presParOf" srcId="{294EA3A3-A5AD-46E3-813F-347A34100235}" destId="{DAC92CC3-CFC7-4571-B846-0FD05981D940}" srcOrd="5" destOrd="0" presId="urn:microsoft.com/office/officeart/2016/7/layout/RepeatingBendingProcessNew"/>
    <dgm:cxn modelId="{3908719C-4C5C-4D13-92A4-E539C0D8A94F}" type="presParOf" srcId="{DAC92CC3-CFC7-4571-B846-0FD05981D940}" destId="{9A53D257-39FA-4DB2-BFE0-B50345CF2511}" srcOrd="0" destOrd="0" presId="urn:microsoft.com/office/officeart/2016/7/layout/RepeatingBendingProcessNew"/>
    <dgm:cxn modelId="{B2F2AB51-920F-4FF2-9F4E-529E20987E33}" type="presParOf" srcId="{294EA3A3-A5AD-46E3-813F-347A34100235}" destId="{365A86D5-7BB9-4F83-B006-191D5574049F}" srcOrd="6" destOrd="0" presId="urn:microsoft.com/office/officeart/2016/7/layout/RepeatingBendingProcessNew"/>
    <dgm:cxn modelId="{038C8014-A0E1-411F-9C0F-D2EBE5FF51C8}" type="presParOf" srcId="{294EA3A3-A5AD-46E3-813F-347A34100235}" destId="{11A001DD-3B7F-4A77-BD51-2167E7F91421}" srcOrd="7" destOrd="0" presId="urn:microsoft.com/office/officeart/2016/7/layout/RepeatingBendingProcessNew"/>
    <dgm:cxn modelId="{6CF33729-5E71-4DB5-B09C-F8B5D0C52CC2}" type="presParOf" srcId="{11A001DD-3B7F-4A77-BD51-2167E7F91421}" destId="{D523E971-EFA2-48FF-B47A-C6F2C946C74B}" srcOrd="0" destOrd="0" presId="urn:microsoft.com/office/officeart/2016/7/layout/RepeatingBendingProcessNew"/>
    <dgm:cxn modelId="{7250AAC0-5CB0-4576-9013-334012C6C576}" type="presParOf" srcId="{294EA3A3-A5AD-46E3-813F-347A34100235}" destId="{1599A9B7-D2BA-45F8-A9B0-B3CBD7F0B505}" srcOrd="8" destOrd="0" presId="urn:microsoft.com/office/officeart/2016/7/layout/RepeatingBendingProcessNew"/>
    <dgm:cxn modelId="{B39DDA22-76C9-4A33-9C75-E6ACC10C97CA}" type="presParOf" srcId="{294EA3A3-A5AD-46E3-813F-347A34100235}" destId="{BC3D8C83-07D6-4008-8FEF-541B57CE4F0D}" srcOrd="9" destOrd="0" presId="urn:microsoft.com/office/officeart/2016/7/layout/RepeatingBendingProcessNew"/>
    <dgm:cxn modelId="{ED899509-4465-4A29-A57E-66AC6A23C1EF}" type="presParOf" srcId="{BC3D8C83-07D6-4008-8FEF-541B57CE4F0D}" destId="{DE023616-7017-4339-98D8-412339DF6A86}" srcOrd="0" destOrd="0" presId="urn:microsoft.com/office/officeart/2016/7/layout/RepeatingBendingProcessNew"/>
    <dgm:cxn modelId="{9F51FFEA-50D7-4A9F-AFEB-CAF59F3ACF57}" type="presParOf" srcId="{294EA3A3-A5AD-46E3-813F-347A34100235}" destId="{C9ED3778-AF5E-4847-9DBE-1DB356291BFC}" srcOrd="10" destOrd="0" presId="urn:microsoft.com/office/officeart/2016/7/layout/RepeatingBendingProcessNew"/>
    <dgm:cxn modelId="{AAEFB9AB-AEF6-4BB9-B881-756D3E4260D3}" type="presParOf" srcId="{294EA3A3-A5AD-46E3-813F-347A34100235}" destId="{9DFFF96E-B80F-434E-B8E6-27272B953408}" srcOrd="11" destOrd="0" presId="urn:microsoft.com/office/officeart/2016/7/layout/RepeatingBendingProcessNew"/>
    <dgm:cxn modelId="{83FE5431-2208-420B-B607-D2C6B06F013E}" type="presParOf" srcId="{9DFFF96E-B80F-434E-B8E6-27272B953408}" destId="{B7556D19-0B5E-410B-9061-F20DF15A1572}" srcOrd="0" destOrd="0" presId="urn:microsoft.com/office/officeart/2016/7/layout/RepeatingBendingProcessNew"/>
    <dgm:cxn modelId="{8AEB12B7-5B68-467F-988B-AAB8F5ABBAB9}" type="presParOf" srcId="{294EA3A3-A5AD-46E3-813F-347A34100235}" destId="{1818F01B-A8FD-4DF6-8AD1-47740DC8A6DC}" srcOrd="12" destOrd="0" presId="urn:microsoft.com/office/officeart/2016/7/layout/RepeatingBendingProcessNew"/>
    <dgm:cxn modelId="{A65BC269-58CE-4067-9658-3B8E0AD4C6E2}" type="presParOf" srcId="{294EA3A3-A5AD-46E3-813F-347A34100235}" destId="{576FA22D-B3E1-418D-94AF-8F426FFC54DC}" srcOrd="13" destOrd="0" presId="urn:microsoft.com/office/officeart/2016/7/layout/RepeatingBendingProcessNew"/>
    <dgm:cxn modelId="{A251C014-0C0F-43C0-A40F-C2F28F2E3D1A}" type="presParOf" srcId="{576FA22D-B3E1-418D-94AF-8F426FFC54DC}" destId="{A68E9A9C-6E7D-405B-B3E2-7E6ED835ABBF}" srcOrd="0" destOrd="0" presId="urn:microsoft.com/office/officeart/2016/7/layout/RepeatingBendingProcessNew"/>
    <dgm:cxn modelId="{65127887-DCE8-443E-83BE-80B804C84A5D}" type="presParOf" srcId="{294EA3A3-A5AD-46E3-813F-347A34100235}" destId="{2CB7C217-79A3-4774-9D13-15F49A89ECA1}" srcOrd="14" destOrd="0" presId="urn:microsoft.com/office/officeart/2016/7/layout/RepeatingBendingProcessNew"/>
    <dgm:cxn modelId="{AA04993C-28BA-4CCC-9D47-EEC72234BF33}" type="presParOf" srcId="{294EA3A3-A5AD-46E3-813F-347A34100235}" destId="{A1BF757C-730C-4AD5-84FC-FC75820B149B}" srcOrd="15" destOrd="0" presId="urn:microsoft.com/office/officeart/2016/7/layout/RepeatingBendingProcessNew"/>
    <dgm:cxn modelId="{9AEB4036-1309-4EF0-8005-061DCC7DE943}" type="presParOf" srcId="{A1BF757C-730C-4AD5-84FC-FC75820B149B}" destId="{0E5204FF-D1DD-494C-82C8-8204571E2FC9}" srcOrd="0" destOrd="0" presId="urn:microsoft.com/office/officeart/2016/7/layout/RepeatingBendingProcessNew"/>
    <dgm:cxn modelId="{78D9125B-F5AA-4623-88EB-575064759F62}" type="presParOf" srcId="{294EA3A3-A5AD-46E3-813F-347A34100235}" destId="{4B7EC187-60DD-47AA-AF6D-BE94CE963958}" srcOrd="16" destOrd="0" presId="urn:microsoft.com/office/officeart/2016/7/layout/RepeatingBendingProcessNew"/>
    <dgm:cxn modelId="{78DC04CC-61B3-4566-B1C1-EF7430458AE5}" type="presParOf" srcId="{294EA3A3-A5AD-46E3-813F-347A34100235}" destId="{86040694-F90B-4C67-9741-46AB03372EE5}" srcOrd="17" destOrd="0" presId="urn:microsoft.com/office/officeart/2016/7/layout/RepeatingBendingProcessNew"/>
    <dgm:cxn modelId="{F16E3D09-F216-4311-9F13-DEF79EB4C592}" type="presParOf" srcId="{86040694-F90B-4C67-9741-46AB03372EE5}" destId="{0CCB814B-20BC-4404-8284-7A25AAA2FC9E}" srcOrd="0" destOrd="0" presId="urn:microsoft.com/office/officeart/2016/7/layout/RepeatingBendingProcessNew"/>
    <dgm:cxn modelId="{AC5A9B0D-EB01-4C1F-AE31-552F23E5FF0D}" type="presParOf" srcId="{294EA3A3-A5AD-46E3-813F-347A34100235}" destId="{0CBC7840-2EF8-4182-AD33-F66A885A6C99}" srcOrd="18" destOrd="0" presId="urn:microsoft.com/office/officeart/2016/7/layout/RepeatingBendingProcessNew"/>
    <dgm:cxn modelId="{B9612C0F-F7F5-4C6B-AC3E-85E67C5FF27B}" type="presParOf" srcId="{294EA3A3-A5AD-46E3-813F-347A34100235}" destId="{3A0308D0-8A9C-456F-937E-537D135533C4}" srcOrd="19" destOrd="0" presId="urn:microsoft.com/office/officeart/2016/7/layout/RepeatingBendingProcessNew"/>
    <dgm:cxn modelId="{DDB8BCC7-BFE2-4A4C-AF6F-72EC3370B8B9}" type="presParOf" srcId="{3A0308D0-8A9C-456F-937E-537D135533C4}" destId="{8C771E9B-3B04-4D90-B82C-1E17BE2BC80F}" srcOrd="0" destOrd="0" presId="urn:microsoft.com/office/officeart/2016/7/layout/RepeatingBendingProcessNew"/>
    <dgm:cxn modelId="{B56028CF-8FBF-49B8-A0E0-F75F82905895}" type="presParOf" srcId="{294EA3A3-A5AD-46E3-813F-347A34100235}" destId="{996FF17B-6459-45AC-BC3A-DDA70EE475CC}" srcOrd="20" destOrd="0" presId="urn:microsoft.com/office/officeart/2016/7/layout/RepeatingBendingProcessNew"/>
    <dgm:cxn modelId="{9FAB4EED-ABA2-450A-A8AE-3100236C9E61}" type="presParOf" srcId="{294EA3A3-A5AD-46E3-813F-347A34100235}" destId="{A0199191-24D4-4E1A-92B8-895447338C6A}" srcOrd="21" destOrd="0" presId="urn:microsoft.com/office/officeart/2016/7/layout/RepeatingBendingProcessNew"/>
    <dgm:cxn modelId="{40218FFB-52CD-455E-9E1F-AED75A7B4B1D}" type="presParOf" srcId="{A0199191-24D4-4E1A-92B8-895447338C6A}" destId="{0AEF62B6-D96D-45F3-ADD0-AE06DD4E9B5C}" srcOrd="0" destOrd="0" presId="urn:microsoft.com/office/officeart/2016/7/layout/RepeatingBendingProcessNew"/>
    <dgm:cxn modelId="{19147829-B0EC-4F36-BFF6-4CD716445ABB}" type="presParOf" srcId="{294EA3A3-A5AD-46E3-813F-347A34100235}" destId="{3E83216B-1E00-4AD8-86DD-A17AC8CBBB14}" srcOrd="22" destOrd="0" presId="urn:microsoft.com/office/officeart/2016/7/layout/RepeatingBendingProcessNew"/>
    <dgm:cxn modelId="{A20389C6-6F8F-4281-94A1-5D33E629B57D}" type="presParOf" srcId="{294EA3A3-A5AD-46E3-813F-347A34100235}" destId="{FA51819F-7D35-4041-B908-D4182FF3205E}" srcOrd="23" destOrd="0" presId="urn:microsoft.com/office/officeart/2016/7/layout/RepeatingBendingProcessNew"/>
    <dgm:cxn modelId="{E01BDE22-9444-4F41-AE31-83B16A205825}" type="presParOf" srcId="{FA51819F-7D35-4041-B908-D4182FF3205E}" destId="{BD963964-F7DB-44AA-9EF3-3EEE55AA73E8}" srcOrd="0" destOrd="0" presId="urn:microsoft.com/office/officeart/2016/7/layout/RepeatingBendingProcessNew"/>
    <dgm:cxn modelId="{0D3C5939-E531-4000-AE5D-98CC69204B8C}" type="presParOf" srcId="{294EA3A3-A5AD-46E3-813F-347A34100235}" destId="{C8B40A09-D855-4E63-B4EC-B2199BE3C69F}" srcOrd="24" destOrd="0" presId="urn:microsoft.com/office/officeart/2016/7/layout/RepeatingBendingProcessNew"/>
    <dgm:cxn modelId="{5577FC2C-27FA-4D1D-8BDB-08D476E82D80}" type="presParOf" srcId="{294EA3A3-A5AD-46E3-813F-347A34100235}" destId="{82C5DFEE-7639-4028-932E-D1B52FB714BC}" srcOrd="25" destOrd="0" presId="urn:microsoft.com/office/officeart/2016/7/layout/RepeatingBendingProcessNew"/>
    <dgm:cxn modelId="{BA60C4C1-90CF-4D73-8ED8-69F431693491}" type="presParOf" srcId="{82C5DFEE-7639-4028-932E-D1B52FB714BC}" destId="{683C5896-CE77-41E3-8AFF-F6E478EAD8DE}" srcOrd="0" destOrd="0" presId="urn:microsoft.com/office/officeart/2016/7/layout/RepeatingBendingProcessNew"/>
    <dgm:cxn modelId="{1AFE1F93-C8D8-4A53-9E9E-6DB88389C9FF}" type="presParOf" srcId="{294EA3A3-A5AD-46E3-813F-347A34100235}" destId="{3B4005C7-2BC8-4C62-ADD0-80CB53B1DC83}" srcOrd="26" destOrd="0" presId="urn:microsoft.com/office/officeart/2016/7/layout/RepeatingBendingProcessNew"/>
    <dgm:cxn modelId="{430F3A23-885A-4B7E-B40E-65E5507AAB85}" type="presParOf" srcId="{294EA3A3-A5AD-46E3-813F-347A34100235}" destId="{08E6568C-06F3-4F2E-A43B-E856CA791396}" srcOrd="27" destOrd="0" presId="urn:microsoft.com/office/officeart/2016/7/layout/RepeatingBendingProcessNew"/>
    <dgm:cxn modelId="{BFCAB6DE-2A63-491B-86B5-8FC2386313A1}" type="presParOf" srcId="{08E6568C-06F3-4F2E-A43B-E856CA791396}" destId="{176BE186-0C92-45BE-95E5-829B4D8E865A}" srcOrd="0" destOrd="0" presId="urn:microsoft.com/office/officeart/2016/7/layout/RepeatingBendingProcessNew"/>
    <dgm:cxn modelId="{9426CFE7-8579-44EF-B666-8F8BAEE9C7D1}" type="presParOf" srcId="{294EA3A3-A5AD-46E3-813F-347A34100235}" destId="{F35FB1F6-2EF5-46BB-B499-DF10B1085F4A}" srcOrd="2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211935-AB5A-430E-92C3-CDD89DB11516}">
      <dsp:nvSpPr>
        <dsp:cNvPr id="0" name=""/>
        <dsp:cNvSpPr/>
      </dsp:nvSpPr>
      <dsp:spPr>
        <a:xfrm>
          <a:off x="1459447" y="888388"/>
          <a:ext cx="305173" cy="91440"/>
        </a:xfrm>
        <a:custGeom>
          <a:avLst/>
          <a:gdLst/>
          <a:ahLst/>
          <a:cxnLst/>
          <a:rect l="0" t="0" r="0" b="0"/>
          <a:pathLst>
            <a:path>
              <a:moveTo>
                <a:pt x="0" y="45720"/>
              </a:moveTo>
              <a:lnTo>
                <a:pt x="305173"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03639" y="932429"/>
        <a:ext cx="16788" cy="3357"/>
      </dsp:txXfrm>
    </dsp:sp>
    <dsp:sp modelId="{4B497A47-8BFE-41A1-B6BD-862E00015B40}">
      <dsp:nvSpPr>
        <dsp:cNvPr id="0" name=""/>
        <dsp:cNvSpPr/>
      </dsp:nvSpPr>
      <dsp:spPr>
        <a:xfrm>
          <a:off x="1362" y="496143"/>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b="1" kern="1200"/>
            <a:t>1. Identify</a:t>
          </a:r>
          <a:endParaRPr lang="en-US" sz="1400" kern="1200"/>
        </a:p>
      </dsp:txBody>
      <dsp:txXfrm>
        <a:off x="1362" y="496143"/>
        <a:ext cx="1459884" cy="875930"/>
      </dsp:txXfrm>
    </dsp:sp>
    <dsp:sp modelId="{C3C03292-2448-4DA5-A776-9AF6D179D544}">
      <dsp:nvSpPr>
        <dsp:cNvPr id="0" name=""/>
        <dsp:cNvSpPr/>
      </dsp:nvSpPr>
      <dsp:spPr>
        <a:xfrm>
          <a:off x="3255104" y="888388"/>
          <a:ext cx="305173" cy="91440"/>
        </a:xfrm>
        <a:custGeom>
          <a:avLst/>
          <a:gdLst/>
          <a:ahLst/>
          <a:cxnLst/>
          <a:rect l="0" t="0" r="0" b="0"/>
          <a:pathLst>
            <a:path>
              <a:moveTo>
                <a:pt x="0" y="45720"/>
              </a:moveTo>
              <a:lnTo>
                <a:pt x="305173"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99297" y="932429"/>
        <a:ext cx="16788" cy="3357"/>
      </dsp:txXfrm>
    </dsp:sp>
    <dsp:sp modelId="{FED2FFFA-536E-4CCA-B446-9C6802B54C62}">
      <dsp:nvSpPr>
        <dsp:cNvPr id="0" name=""/>
        <dsp:cNvSpPr/>
      </dsp:nvSpPr>
      <dsp:spPr>
        <a:xfrm>
          <a:off x="1797020" y="496143"/>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kern="1200"/>
            <a:t>Assets, threats, vulnerabilities</a:t>
          </a:r>
        </a:p>
      </dsp:txBody>
      <dsp:txXfrm>
        <a:off x="1797020" y="496143"/>
        <a:ext cx="1459884" cy="875930"/>
      </dsp:txXfrm>
    </dsp:sp>
    <dsp:sp modelId="{DAC92CC3-CFC7-4571-B846-0FD05981D940}">
      <dsp:nvSpPr>
        <dsp:cNvPr id="0" name=""/>
        <dsp:cNvSpPr/>
      </dsp:nvSpPr>
      <dsp:spPr>
        <a:xfrm>
          <a:off x="5050762" y="888388"/>
          <a:ext cx="305173" cy="91440"/>
        </a:xfrm>
        <a:custGeom>
          <a:avLst/>
          <a:gdLst/>
          <a:ahLst/>
          <a:cxnLst/>
          <a:rect l="0" t="0" r="0" b="0"/>
          <a:pathLst>
            <a:path>
              <a:moveTo>
                <a:pt x="0" y="45720"/>
              </a:moveTo>
              <a:lnTo>
                <a:pt x="305173"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94954" y="932429"/>
        <a:ext cx="16788" cy="3357"/>
      </dsp:txXfrm>
    </dsp:sp>
    <dsp:sp modelId="{0A3708A1-2138-48B9-B9A0-C4D3BF1324D7}">
      <dsp:nvSpPr>
        <dsp:cNvPr id="0" name=""/>
        <dsp:cNvSpPr/>
      </dsp:nvSpPr>
      <dsp:spPr>
        <a:xfrm>
          <a:off x="3592678" y="496143"/>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kern="1200"/>
            <a:t>Activities: Asset inventory, risk analysis, policies</a:t>
          </a:r>
        </a:p>
      </dsp:txBody>
      <dsp:txXfrm>
        <a:off x="3592678" y="496143"/>
        <a:ext cx="1459884" cy="875930"/>
      </dsp:txXfrm>
    </dsp:sp>
    <dsp:sp modelId="{11A001DD-3B7F-4A77-BD51-2167E7F91421}">
      <dsp:nvSpPr>
        <dsp:cNvPr id="0" name=""/>
        <dsp:cNvSpPr/>
      </dsp:nvSpPr>
      <dsp:spPr>
        <a:xfrm>
          <a:off x="731305" y="1370273"/>
          <a:ext cx="5386972" cy="305173"/>
        </a:xfrm>
        <a:custGeom>
          <a:avLst/>
          <a:gdLst/>
          <a:ahLst/>
          <a:cxnLst/>
          <a:rect l="0" t="0" r="0" b="0"/>
          <a:pathLst>
            <a:path>
              <a:moveTo>
                <a:pt x="5386972" y="0"/>
              </a:moveTo>
              <a:lnTo>
                <a:pt x="5386972" y="169686"/>
              </a:lnTo>
              <a:lnTo>
                <a:pt x="0" y="169686"/>
              </a:lnTo>
              <a:lnTo>
                <a:pt x="0" y="305173"/>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9855" y="1521181"/>
        <a:ext cx="269871" cy="3357"/>
      </dsp:txXfrm>
    </dsp:sp>
    <dsp:sp modelId="{365A86D5-7BB9-4F83-B006-191D5574049F}">
      <dsp:nvSpPr>
        <dsp:cNvPr id="0" name=""/>
        <dsp:cNvSpPr/>
      </dsp:nvSpPr>
      <dsp:spPr>
        <a:xfrm>
          <a:off x="5388335" y="496143"/>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b="1" kern="1200"/>
            <a:t>2. Protect</a:t>
          </a:r>
          <a:endParaRPr lang="en-US" sz="1400" kern="1200"/>
        </a:p>
      </dsp:txBody>
      <dsp:txXfrm>
        <a:off x="5388335" y="496143"/>
        <a:ext cx="1459884" cy="875930"/>
      </dsp:txXfrm>
    </dsp:sp>
    <dsp:sp modelId="{BC3D8C83-07D6-4008-8FEF-541B57CE4F0D}">
      <dsp:nvSpPr>
        <dsp:cNvPr id="0" name=""/>
        <dsp:cNvSpPr/>
      </dsp:nvSpPr>
      <dsp:spPr>
        <a:xfrm>
          <a:off x="1459447" y="2100092"/>
          <a:ext cx="305173" cy="91440"/>
        </a:xfrm>
        <a:custGeom>
          <a:avLst/>
          <a:gdLst/>
          <a:ahLst/>
          <a:cxnLst/>
          <a:rect l="0" t="0" r="0" b="0"/>
          <a:pathLst>
            <a:path>
              <a:moveTo>
                <a:pt x="0" y="45720"/>
              </a:moveTo>
              <a:lnTo>
                <a:pt x="305173"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03639" y="2144133"/>
        <a:ext cx="16788" cy="3357"/>
      </dsp:txXfrm>
    </dsp:sp>
    <dsp:sp modelId="{1599A9B7-D2BA-45F8-A9B0-B3CBD7F0B505}">
      <dsp:nvSpPr>
        <dsp:cNvPr id="0" name=""/>
        <dsp:cNvSpPr/>
      </dsp:nvSpPr>
      <dsp:spPr>
        <a:xfrm>
          <a:off x="1362" y="1707847"/>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kern="1200"/>
            <a:t>Prevent attacks</a:t>
          </a:r>
        </a:p>
      </dsp:txBody>
      <dsp:txXfrm>
        <a:off x="1362" y="1707847"/>
        <a:ext cx="1459884" cy="875930"/>
      </dsp:txXfrm>
    </dsp:sp>
    <dsp:sp modelId="{9DFFF96E-B80F-434E-B8E6-27272B953408}">
      <dsp:nvSpPr>
        <dsp:cNvPr id="0" name=""/>
        <dsp:cNvSpPr/>
      </dsp:nvSpPr>
      <dsp:spPr>
        <a:xfrm>
          <a:off x="3255104" y="2100092"/>
          <a:ext cx="305173" cy="91440"/>
        </a:xfrm>
        <a:custGeom>
          <a:avLst/>
          <a:gdLst/>
          <a:ahLst/>
          <a:cxnLst/>
          <a:rect l="0" t="0" r="0" b="0"/>
          <a:pathLst>
            <a:path>
              <a:moveTo>
                <a:pt x="0" y="45720"/>
              </a:moveTo>
              <a:lnTo>
                <a:pt x="305173"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99297" y="2144133"/>
        <a:ext cx="16788" cy="3357"/>
      </dsp:txXfrm>
    </dsp:sp>
    <dsp:sp modelId="{C9ED3778-AF5E-4847-9DBE-1DB356291BFC}">
      <dsp:nvSpPr>
        <dsp:cNvPr id="0" name=""/>
        <dsp:cNvSpPr/>
      </dsp:nvSpPr>
      <dsp:spPr>
        <a:xfrm>
          <a:off x="1797020" y="1707847"/>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kern="1200"/>
            <a:t>Controls: Access control, encryption, training, updates</a:t>
          </a:r>
        </a:p>
      </dsp:txBody>
      <dsp:txXfrm>
        <a:off x="1797020" y="1707847"/>
        <a:ext cx="1459884" cy="875930"/>
      </dsp:txXfrm>
    </dsp:sp>
    <dsp:sp modelId="{576FA22D-B3E1-418D-94AF-8F426FFC54DC}">
      <dsp:nvSpPr>
        <dsp:cNvPr id="0" name=""/>
        <dsp:cNvSpPr/>
      </dsp:nvSpPr>
      <dsp:spPr>
        <a:xfrm>
          <a:off x="5050762" y="2100092"/>
          <a:ext cx="305173" cy="91440"/>
        </a:xfrm>
        <a:custGeom>
          <a:avLst/>
          <a:gdLst/>
          <a:ahLst/>
          <a:cxnLst/>
          <a:rect l="0" t="0" r="0" b="0"/>
          <a:pathLst>
            <a:path>
              <a:moveTo>
                <a:pt x="0" y="45720"/>
              </a:moveTo>
              <a:lnTo>
                <a:pt x="305173"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94954" y="2144133"/>
        <a:ext cx="16788" cy="3357"/>
      </dsp:txXfrm>
    </dsp:sp>
    <dsp:sp modelId="{1818F01B-A8FD-4DF6-8AD1-47740DC8A6DC}">
      <dsp:nvSpPr>
        <dsp:cNvPr id="0" name=""/>
        <dsp:cNvSpPr/>
      </dsp:nvSpPr>
      <dsp:spPr>
        <a:xfrm>
          <a:off x="3592678" y="1707847"/>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b="1" kern="1200"/>
            <a:t>3. Detect</a:t>
          </a:r>
          <a:endParaRPr lang="en-US" sz="1400" kern="1200"/>
        </a:p>
      </dsp:txBody>
      <dsp:txXfrm>
        <a:off x="3592678" y="1707847"/>
        <a:ext cx="1459884" cy="875930"/>
      </dsp:txXfrm>
    </dsp:sp>
    <dsp:sp modelId="{A1BF757C-730C-4AD5-84FC-FC75820B149B}">
      <dsp:nvSpPr>
        <dsp:cNvPr id="0" name=""/>
        <dsp:cNvSpPr/>
      </dsp:nvSpPr>
      <dsp:spPr>
        <a:xfrm>
          <a:off x="731305" y="2581977"/>
          <a:ext cx="5386972" cy="305173"/>
        </a:xfrm>
        <a:custGeom>
          <a:avLst/>
          <a:gdLst/>
          <a:ahLst/>
          <a:cxnLst/>
          <a:rect l="0" t="0" r="0" b="0"/>
          <a:pathLst>
            <a:path>
              <a:moveTo>
                <a:pt x="5386972" y="0"/>
              </a:moveTo>
              <a:lnTo>
                <a:pt x="5386972" y="169686"/>
              </a:lnTo>
              <a:lnTo>
                <a:pt x="0" y="169686"/>
              </a:lnTo>
              <a:lnTo>
                <a:pt x="0" y="305173"/>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9855" y="2732885"/>
        <a:ext cx="269871" cy="3357"/>
      </dsp:txXfrm>
    </dsp:sp>
    <dsp:sp modelId="{2CB7C217-79A3-4774-9D13-15F49A89ECA1}">
      <dsp:nvSpPr>
        <dsp:cNvPr id="0" name=""/>
        <dsp:cNvSpPr/>
      </dsp:nvSpPr>
      <dsp:spPr>
        <a:xfrm>
          <a:off x="5388335" y="1707847"/>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kern="1200"/>
            <a:t>Identify threats early</a:t>
          </a:r>
        </a:p>
      </dsp:txBody>
      <dsp:txXfrm>
        <a:off x="5388335" y="1707847"/>
        <a:ext cx="1459884" cy="875930"/>
      </dsp:txXfrm>
    </dsp:sp>
    <dsp:sp modelId="{86040694-F90B-4C67-9741-46AB03372EE5}">
      <dsp:nvSpPr>
        <dsp:cNvPr id="0" name=""/>
        <dsp:cNvSpPr/>
      </dsp:nvSpPr>
      <dsp:spPr>
        <a:xfrm>
          <a:off x="1459447" y="3311796"/>
          <a:ext cx="305173" cy="91440"/>
        </a:xfrm>
        <a:custGeom>
          <a:avLst/>
          <a:gdLst/>
          <a:ahLst/>
          <a:cxnLst/>
          <a:rect l="0" t="0" r="0" b="0"/>
          <a:pathLst>
            <a:path>
              <a:moveTo>
                <a:pt x="0" y="45720"/>
              </a:moveTo>
              <a:lnTo>
                <a:pt x="305173"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03639" y="3355837"/>
        <a:ext cx="16788" cy="3357"/>
      </dsp:txXfrm>
    </dsp:sp>
    <dsp:sp modelId="{4B7EC187-60DD-47AA-AF6D-BE94CE963958}">
      <dsp:nvSpPr>
        <dsp:cNvPr id="0" name=""/>
        <dsp:cNvSpPr/>
      </dsp:nvSpPr>
      <dsp:spPr>
        <a:xfrm>
          <a:off x="1362" y="2919551"/>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kern="1200"/>
            <a:t>Monitoring, IDS, logs</a:t>
          </a:r>
        </a:p>
      </dsp:txBody>
      <dsp:txXfrm>
        <a:off x="1362" y="2919551"/>
        <a:ext cx="1459884" cy="875930"/>
      </dsp:txXfrm>
    </dsp:sp>
    <dsp:sp modelId="{3A0308D0-8A9C-456F-937E-537D135533C4}">
      <dsp:nvSpPr>
        <dsp:cNvPr id="0" name=""/>
        <dsp:cNvSpPr/>
      </dsp:nvSpPr>
      <dsp:spPr>
        <a:xfrm>
          <a:off x="3255104" y="3311796"/>
          <a:ext cx="305173" cy="91440"/>
        </a:xfrm>
        <a:custGeom>
          <a:avLst/>
          <a:gdLst/>
          <a:ahLst/>
          <a:cxnLst/>
          <a:rect l="0" t="0" r="0" b="0"/>
          <a:pathLst>
            <a:path>
              <a:moveTo>
                <a:pt x="0" y="45720"/>
              </a:moveTo>
              <a:lnTo>
                <a:pt x="305173"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99297" y="3355837"/>
        <a:ext cx="16788" cy="3357"/>
      </dsp:txXfrm>
    </dsp:sp>
    <dsp:sp modelId="{0CBC7840-2EF8-4182-AD33-F66A885A6C99}">
      <dsp:nvSpPr>
        <dsp:cNvPr id="0" name=""/>
        <dsp:cNvSpPr/>
      </dsp:nvSpPr>
      <dsp:spPr>
        <a:xfrm>
          <a:off x="1797020" y="2919551"/>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IN" sz="1400" b="1" kern="1200"/>
            <a:t>4.Respond</a:t>
          </a:r>
          <a:endParaRPr lang="en-US" sz="1400" kern="1200"/>
        </a:p>
      </dsp:txBody>
      <dsp:txXfrm>
        <a:off x="1797020" y="2919551"/>
        <a:ext cx="1459884" cy="875930"/>
      </dsp:txXfrm>
    </dsp:sp>
    <dsp:sp modelId="{A0199191-24D4-4E1A-92B8-895447338C6A}">
      <dsp:nvSpPr>
        <dsp:cNvPr id="0" name=""/>
        <dsp:cNvSpPr/>
      </dsp:nvSpPr>
      <dsp:spPr>
        <a:xfrm>
          <a:off x="5050762" y="3311796"/>
          <a:ext cx="305173" cy="91440"/>
        </a:xfrm>
        <a:custGeom>
          <a:avLst/>
          <a:gdLst/>
          <a:ahLst/>
          <a:cxnLst/>
          <a:rect l="0" t="0" r="0" b="0"/>
          <a:pathLst>
            <a:path>
              <a:moveTo>
                <a:pt x="0" y="45720"/>
              </a:moveTo>
              <a:lnTo>
                <a:pt x="305173"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94954" y="3355837"/>
        <a:ext cx="16788" cy="3357"/>
      </dsp:txXfrm>
    </dsp:sp>
    <dsp:sp modelId="{996FF17B-6459-45AC-BC3A-DDA70EE475CC}">
      <dsp:nvSpPr>
        <dsp:cNvPr id="0" name=""/>
        <dsp:cNvSpPr/>
      </dsp:nvSpPr>
      <dsp:spPr>
        <a:xfrm>
          <a:off x="3592678" y="2919551"/>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IN" sz="1400" kern="1200"/>
            <a:t>Handle incidents</a:t>
          </a:r>
          <a:endParaRPr lang="en-US" sz="1400" kern="1200"/>
        </a:p>
      </dsp:txBody>
      <dsp:txXfrm>
        <a:off x="3592678" y="2919551"/>
        <a:ext cx="1459884" cy="875930"/>
      </dsp:txXfrm>
    </dsp:sp>
    <dsp:sp modelId="{FA51819F-7D35-4041-B908-D4182FF3205E}">
      <dsp:nvSpPr>
        <dsp:cNvPr id="0" name=""/>
        <dsp:cNvSpPr/>
      </dsp:nvSpPr>
      <dsp:spPr>
        <a:xfrm>
          <a:off x="731305" y="3793681"/>
          <a:ext cx="5386972" cy="305173"/>
        </a:xfrm>
        <a:custGeom>
          <a:avLst/>
          <a:gdLst/>
          <a:ahLst/>
          <a:cxnLst/>
          <a:rect l="0" t="0" r="0" b="0"/>
          <a:pathLst>
            <a:path>
              <a:moveTo>
                <a:pt x="5386972" y="0"/>
              </a:moveTo>
              <a:lnTo>
                <a:pt x="5386972" y="169686"/>
              </a:lnTo>
              <a:lnTo>
                <a:pt x="0" y="169686"/>
              </a:lnTo>
              <a:lnTo>
                <a:pt x="0" y="305173"/>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9855" y="3944589"/>
        <a:ext cx="269871" cy="3357"/>
      </dsp:txXfrm>
    </dsp:sp>
    <dsp:sp modelId="{3E83216B-1E00-4AD8-86DD-A17AC8CBBB14}">
      <dsp:nvSpPr>
        <dsp:cNvPr id="0" name=""/>
        <dsp:cNvSpPr/>
      </dsp:nvSpPr>
      <dsp:spPr>
        <a:xfrm>
          <a:off x="5388335" y="2919551"/>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IN" sz="1400" kern="1200" dirty="0"/>
            <a:t>Response plan, communication, containment</a:t>
          </a:r>
          <a:endParaRPr lang="en-US" sz="1400" kern="1200" dirty="0"/>
        </a:p>
      </dsp:txBody>
      <dsp:txXfrm>
        <a:off x="5388335" y="2919551"/>
        <a:ext cx="1459884" cy="875930"/>
      </dsp:txXfrm>
    </dsp:sp>
    <dsp:sp modelId="{82C5DFEE-7639-4028-932E-D1B52FB714BC}">
      <dsp:nvSpPr>
        <dsp:cNvPr id="0" name=""/>
        <dsp:cNvSpPr/>
      </dsp:nvSpPr>
      <dsp:spPr>
        <a:xfrm>
          <a:off x="1459447" y="4523500"/>
          <a:ext cx="305173" cy="91440"/>
        </a:xfrm>
        <a:custGeom>
          <a:avLst/>
          <a:gdLst/>
          <a:ahLst/>
          <a:cxnLst/>
          <a:rect l="0" t="0" r="0" b="0"/>
          <a:pathLst>
            <a:path>
              <a:moveTo>
                <a:pt x="0" y="45720"/>
              </a:moveTo>
              <a:lnTo>
                <a:pt x="305173"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03639" y="4567541"/>
        <a:ext cx="16788" cy="3357"/>
      </dsp:txXfrm>
    </dsp:sp>
    <dsp:sp modelId="{C8B40A09-D855-4E63-B4EC-B2199BE3C69F}">
      <dsp:nvSpPr>
        <dsp:cNvPr id="0" name=""/>
        <dsp:cNvSpPr/>
      </dsp:nvSpPr>
      <dsp:spPr>
        <a:xfrm>
          <a:off x="1362" y="4131255"/>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b="1" kern="1200"/>
            <a:t>5. Recover</a:t>
          </a:r>
          <a:endParaRPr lang="en-US" sz="1400" kern="1200"/>
        </a:p>
      </dsp:txBody>
      <dsp:txXfrm>
        <a:off x="1362" y="4131255"/>
        <a:ext cx="1459884" cy="875930"/>
      </dsp:txXfrm>
    </dsp:sp>
    <dsp:sp modelId="{08E6568C-06F3-4F2E-A43B-E856CA791396}">
      <dsp:nvSpPr>
        <dsp:cNvPr id="0" name=""/>
        <dsp:cNvSpPr/>
      </dsp:nvSpPr>
      <dsp:spPr>
        <a:xfrm>
          <a:off x="3255104" y="4523500"/>
          <a:ext cx="305173" cy="91440"/>
        </a:xfrm>
        <a:custGeom>
          <a:avLst/>
          <a:gdLst/>
          <a:ahLst/>
          <a:cxnLst/>
          <a:rect l="0" t="0" r="0" b="0"/>
          <a:pathLst>
            <a:path>
              <a:moveTo>
                <a:pt x="0" y="45720"/>
              </a:moveTo>
              <a:lnTo>
                <a:pt x="305173"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99297" y="4567541"/>
        <a:ext cx="16788" cy="3357"/>
      </dsp:txXfrm>
    </dsp:sp>
    <dsp:sp modelId="{3B4005C7-2BC8-4C62-ADD0-80CB53B1DC83}">
      <dsp:nvSpPr>
        <dsp:cNvPr id="0" name=""/>
        <dsp:cNvSpPr/>
      </dsp:nvSpPr>
      <dsp:spPr>
        <a:xfrm>
          <a:off x="1797020" y="4131255"/>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kern="1200"/>
            <a:t>Restore &amp; improve</a:t>
          </a:r>
        </a:p>
      </dsp:txBody>
      <dsp:txXfrm>
        <a:off x="1797020" y="4131255"/>
        <a:ext cx="1459884" cy="875930"/>
      </dsp:txXfrm>
    </dsp:sp>
    <dsp:sp modelId="{F35FB1F6-2EF5-46BB-B499-DF10B1085F4A}">
      <dsp:nvSpPr>
        <dsp:cNvPr id="0" name=""/>
        <dsp:cNvSpPr/>
      </dsp:nvSpPr>
      <dsp:spPr>
        <a:xfrm>
          <a:off x="3592678" y="4131255"/>
          <a:ext cx="1459884" cy="87593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36" tIns="75089" rIns="71536" bIns="75089" numCol="1" spcCol="1270" anchor="ctr" anchorCtr="0">
          <a:noAutofit/>
        </a:bodyPr>
        <a:lstStyle/>
        <a:p>
          <a:pPr marL="0" lvl="0" indent="0" algn="ctr" defTabSz="622300">
            <a:lnSpc>
              <a:spcPct val="90000"/>
            </a:lnSpc>
            <a:spcBef>
              <a:spcPct val="0"/>
            </a:spcBef>
            <a:spcAft>
              <a:spcPct val="35000"/>
            </a:spcAft>
            <a:buNone/>
          </a:pPr>
          <a:r>
            <a:rPr lang="en-US" sz="1400" kern="1200"/>
            <a:t>Backups, system recovery, updates</a:t>
          </a:r>
        </a:p>
      </dsp:txBody>
      <dsp:txXfrm>
        <a:off x="3592678" y="4131255"/>
        <a:ext cx="1459884" cy="875930"/>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dirty="0"/>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11EAACC7-3B3F-47D1-959A-EF58926E955E}" type="datetimeFigureOut">
              <a:rPr lang="en-US" smtClean="0"/>
              <a:t>3/20/2026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631728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11EAACC7-3B3F-47D1-959A-EF58926E955E}" type="datetimeFigureOut">
              <a:rPr lang="en-US" smtClean="0"/>
              <a:t>3/20/2026</a:t>
            </a:fld>
            <a:endParaRPr lang="en-US"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530106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11EAACC7-3B3F-47D1-959A-EF58926E955E}" type="datetimeFigureOut">
              <a:rPr lang="en-US" smtClean="0"/>
              <a:t>3/20/2026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0644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11EAACC7-3B3F-47D1-959A-EF58926E955E}" type="datetimeFigureOut">
              <a:rPr lang="en-US" smtClean="0"/>
              <a:t>3/20/2026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880283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11EAACC7-3B3F-47D1-959A-EF58926E955E}" type="datetimeFigureOut">
              <a:rPr lang="en-US" smtClean="0"/>
              <a:t>3/20/2026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550216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11EAACC7-3B3F-47D1-959A-EF58926E955E}" type="datetimeFigureOut">
              <a:rPr lang="en-US" smtClean="0"/>
              <a:t>3/20/2026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4205544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11EAACC7-3B3F-47D1-959A-EF58926E955E}" type="datetimeFigureOut">
              <a:rPr lang="en-US" smtClean="0"/>
              <a:t>3/20/2026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380609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11EAACC7-3B3F-47D1-959A-EF58926E955E}" type="datetimeFigureOut">
              <a:rPr lang="en-US" smtClean="0"/>
              <a:t>3/20/2026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4151409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11EAACC7-3B3F-47D1-959A-EF58926E955E}" type="datetimeFigureOut">
              <a:rPr lang="en-US" smtClean="0"/>
              <a:t>3/20/2026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200570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11EAACC7-3B3F-47D1-959A-EF58926E955E}" type="datetimeFigureOut">
              <a:rPr lang="en-US" smtClean="0"/>
              <a:t>3/20/2026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922921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11EAACC7-3B3F-47D1-959A-EF58926E955E}" type="datetimeFigureOut">
              <a:rPr lang="en-US" smtClean="0"/>
              <a:t>3/20/2026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457952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11EAACC7-3B3F-47D1-959A-EF58926E955E}" type="datetimeFigureOut">
              <a:rPr lang="en-US" smtClean="0"/>
              <a:t>3/20/2026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dirty="0"/>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312CC964-A50B-4C29-B4E4-2C30BB34CCF3}" type="slidenum">
              <a:rPr lang="en-US" smtClean="0"/>
              <a:t>‹#›</a:t>
            </a:fld>
            <a:endParaRPr lang="en-US"/>
          </a:p>
        </p:txBody>
      </p:sp>
    </p:spTree>
    <p:extLst>
      <p:ext uri="{BB962C8B-B14F-4D97-AF65-F5344CB8AC3E}">
        <p14:creationId xmlns:p14="http://schemas.microsoft.com/office/powerpoint/2010/main" val="101747634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01" r:id="rId4"/>
    <p:sldLayoutId id="2147483702" r:id="rId5"/>
    <p:sldLayoutId id="2147483707" r:id="rId6"/>
    <p:sldLayoutId id="2147483703" r:id="rId7"/>
    <p:sldLayoutId id="2147483704" r:id="rId8"/>
    <p:sldLayoutId id="2147483705" r:id="rId9"/>
    <p:sldLayoutId id="2147483706" r:id="rId10"/>
    <p:sldLayoutId id="2147483708" r:id="rId11"/>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researchgate.net/publication/390626662_Ransomware_Attacks_on_CriticaKKl_Infrastructure_Effects_and_Prevention_Strategies" TargetMode="External"/><Relationship Id="rId2" Type="http://schemas.openxmlformats.org/officeDocument/2006/relationships/image" Target="../media/image7.gif"/><Relationship Id="rId1" Type="http://schemas.openxmlformats.org/officeDocument/2006/relationships/slideLayout" Target="../slideLayouts/slideLayout2.xml"/><Relationship Id="rId5" Type="http://schemas.openxmlformats.org/officeDocument/2006/relationships/hyperlink" Target="https://www.ijert.org/research/ransomware-threats-IJERTCONV8IS15015.pdf" TargetMode="External"/><Relationship Id="rId4" Type="http://schemas.openxmlformats.org/officeDocument/2006/relationships/hyperlink" Target="https://majmuah.com/journal/index.php/bij/article/view/458/22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221245A-B93D-45A8-B0FA-EC2AEE26E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3" descr="A close-up of a camouflage&#10;&#10;Description automatically generated">
            <a:extLst>
              <a:ext uri="{FF2B5EF4-FFF2-40B4-BE49-F238E27FC236}">
                <a16:creationId xmlns:a16="http://schemas.microsoft.com/office/drawing/2014/main" id="{9B328B34-439D-CCB6-7EA8-51738D7AB3B7}"/>
              </a:ext>
            </a:extLst>
          </p:cNvPr>
          <p:cNvPicPr>
            <a:picLocks noChangeAspect="1"/>
          </p:cNvPicPr>
          <p:nvPr/>
        </p:nvPicPr>
        <p:blipFill>
          <a:blip r:embed="rId2"/>
          <a:srcRect t="18582" b="25168"/>
          <a:stretch>
            <a:fillRect/>
          </a:stretch>
        </p:blipFill>
        <p:spPr>
          <a:xfrm>
            <a:off x="20" y="10"/>
            <a:ext cx="12191979" cy="6857989"/>
          </a:xfrm>
          <a:prstGeom prst="rect">
            <a:avLst/>
          </a:prstGeom>
        </p:spPr>
      </p:pic>
      <p:sp>
        <p:nvSpPr>
          <p:cNvPr id="26" name="Rectangle 25">
            <a:extLst>
              <a:ext uri="{FF2B5EF4-FFF2-40B4-BE49-F238E27FC236}">
                <a16:creationId xmlns:a16="http://schemas.microsoft.com/office/drawing/2014/main" id="{A60A95D1-194E-4E4E-8C67-30F91F8E76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90"/>
            <a:ext cx="8521995" cy="6858000"/>
          </a:xfrm>
          <a:prstGeom prst="rect">
            <a:avLst/>
          </a:prstGeom>
          <a:gradFill>
            <a:gsLst>
              <a:gs pos="58000">
                <a:srgbClr val="000000">
                  <a:alpha val="30000"/>
                </a:srgbClr>
              </a:gs>
              <a:gs pos="33000">
                <a:srgbClr val="000000">
                  <a:alpha val="20000"/>
                </a:srgbClr>
              </a:gs>
              <a:gs pos="0">
                <a:srgbClr val="000000">
                  <a:alpha val="0"/>
                </a:srgbClr>
              </a:gs>
              <a:gs pos="100000">
                <a:srgbClr val="000000">
                  <a:alpha val="30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3A5003-5225-62DE-3F10-E63EB1574E2B}"/>
              </a:ext>
            </a:extLst>
          </p:cNvPr>
          <p:cNvSpPr>
            <a:spLocks noGrp="1"/>
          </p:cNvSpPr>
          <p:nvPr>
            <p:ph type="ctrTitle"/>
          </p:nvPr>
        </p:nvSpPr>
        <p:spPr>
          <a:xfrm>
            <a:off x="1104900" y="871538"/>
            <a:ext cx="6515100" cy="3202921"/>
          </a:xfrm>
        </p:spPr>
        <p:txBody>
          <a:bodyPr>
            <a:normAutofit/>
          </a:bodyPr>
          <a:lstStyle/>
          <a:p>
            <a:pPr algn="l">
              <a:spcAft>
                <a:spcPts val="800"/>
              </a:spcAft>
            </a:pPr>
            <a:r>
              <a:rPr lang="en-IN" sz="360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a:t>
            </a:r>
            <a:br>
              <a:rPr lang="en-IN" sz="360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br>
            <a:r>
              <a:rPr lang="en-IN" sz="3600" b="1" i="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Problem Statement: Cybersecurity Risk Assessment Framework for Small Businesses</a:t>
            </a:r>
            <a:br>
              <a:rPr lang="en-IN" sz="3600" b="1" i="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br>
            <a:endParaRPr lang="en-IN" sz="3600" b="1" i="0">
              <a:solidFill>
                <a:srgbClr val="FFFFFF"/>
              </a:solidFill>
            </a:endParaRPr>
          </a:p>
        </p:txBody>
      </p:sp>
      <p:sp>
        <p:nvSpPr>
          <p:cNvPr id="3" name="Subtitle 2">
            <a:extLst>
              <a:ext uri="{FF2B5EF4-FFF2-40B4-BE49-F238E27FC236}">
                <a16:creationId xmlns:a16="http://schemas.microsoft.com/office/drawing/2014/main" id="{CB51CA5F-3F52-1612-DA3C-2534B656DA28}"/>
              </a:ext>
            </a:extLst>
          </p:cNvPr>
          <p:cNvSpPr>
            <a:spLocks noGrp="1"/>
          </p:cNvSpPr>
          <p:nvPr>
            <p:ph type="subTitle" idx="1"/>
          </p:nvPr>
        </p:nvSpPr>
        <p:spPr>
          <a:xfrm>
            <a:off x="1104900" y="4464424"/>
            <a:ext cx="5208493" cy="1057834"/>
          </a:xfrm>
        </p:spPr>
        <p:txBody>
          <a:bodyPr>
            <a:normAutofit/>
          </a:bodyPr>
          <a:lstStyle/>
          <a:p>
            <a:pPr algn="l"/>
            <a:r>
              <a:rPr lang="en-IN">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Presented by: Udayraaj Lonkar</a:t>
            </a:r>
          </a:p>
          <a:p>
            <a:pPr algn="l"/>
            <a:endParaRPr lang="en-IN">
              <a:solidFill>
                <a:srgbClr val="FFFFFF"/>
              </a:solidFill>
            </a:endParaRPr>
          </a:p>
        </p:txBody>
      </p:sp>
      <p:cxnSp>
        <p:nvCxnSpPr>
          <p:cNvPr id="28" name="Straight Connector 27">
            <a:extLst>
              <a:ext uri="{FF2B5EF4-FFF2-40B4-BE49-F238E27FC236}">
                <a16:creationId xmlns:a16="http://schemas.microsoft.com/office/drawing/2014/main" id="{64C0A835-9AC9-4D0F-A529-BE4789E126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9339206" y="3065930"/>
            <a:ext cx="2852793" cy="379776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CF67ECC-797A-4CA0-87E3-3604664986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0172700" y="0"/>
            <a:ext cx="1358310"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9909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1775E6C-9FE7-4AE4-ABE7-2568D95DE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3">
            <a:extLst>
              <a:ext uri="{FF2B5EF4-FFF2-40B4-BE49-F238E27FC236}">
                <a16:creationId xmlns:a16="http://schemas.microsoft.com/office/drawing/2014/main" id="{8CECB99A-E2AB-482F-A307-4879553101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50"/>
            <a:ext cx="5676966" cy="6869953"/>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121508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215089 w 6125882"/>
              <a:gd name="connsiteY4" fmla="*/ 0 h 6857998"/>
              <a:gd name="connsiteX0" fmla="*/ 1222204 w 6132997"/>
              <a:gd name="connsiteY0" fmla="*/ 0 h 6881904"/>
              <a:gd name="connsiteX1" fmla="*/ 6132997 w 6132997"/>
              <a:gd name="connsiteY1" fmla="*/ 0 h 6881904"/>
              <a:gd name="connsiteX2" fmla="*/ 6132997 w 6132997"/>
              <a:gd name="connsiteY2" fmla="*/ 6857998 h 6881904"/>
              <a:gd name="connsiteX3" fmla="*/ 0 w 6132997"/>
              <a:gd name="connsiteY3" fmla="*/ 6881904 h 6881904"/>
              <a:gd name="connsiteX4" fmla="*/ 1222204 w 6132997"/>
              <a:gd name="connsiteY4" fmla="*/ 0 h 6881904"/>
              <a:gd name="connsiteX0" fmla="*/ 1348644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348644 w 6132997"/>
              <a:gd name="connsiteY4" fmla="*/ 0 h 6893857"/>
              <a:gd name="connsiteX0" fmla="*/ 1457021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457021 w 6132997"/>
              <a:gd name="connsiteY4" fmla="*/ 0 h 6893857"/>
              <a:gd name="connsiteX0" fmla="*/ 1754909 w 6430885"/>
              <a:gd name="connsiteY0" fmla="*/ 0 h 6869951"/>
              <a:gd name="connsiteX1" fmla="*/ 6430885 w 6430885"/>
              <a:gd name="connsiteY1" fmla="*/ 11953 h 6869951"/>
              <a:gd name="connsiteX2" fmla="*/ 6430885 w 6430885"/>
              <a:gd name="connsiteY2" fmla="*/ 6869951 h 6869951"/>
              <a:gd name="connsiteX3" fmla="*/ 0 w 6430885"/>
              <a:gd name="connsiteY3" fmla="*/ 6869951 h 6869951"/>
              <a:gd name="connsiteX4" fmla="*/ 1754909 w 6430885"/>
              <a:gd name="connsiteY4" fmla="*/ 0 h 6869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0885" h="6869951">
                <a:moveTo>
                  <a:pt x="1754909" y="0"/>
                </a:moveTo>
                <a:lnTo>
                  <a:pt x="6430885" y="11953"/>
                </a:lnTo>
                <a:lnTo>
                  <a:pt x="6430885" y="6869951"/>
                </a:lnTo>
                <a:lnTo>
                  <a:pt x="0" y="6869951"/>
                </a:lnTo>
                <a:lnTo>
                  <a:pt x="1754909"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F98EF82-1F89-C753-6034-449BFD42DC02}"/>
              </a:ext>
            </a:extLst>
          </p:cNvPr>
          <p:cNvSpPr>
            <a:spLocks noGrp="1"/>
          </p:cNvSpPr>
          <p:nvPr>
            <p:ph type="title"/>
          </p:nvPr>
        </p:nvSpPr>
        <p:spPr>
          <a:xfrm>
            <a:off x="883920" y="800849"/>
            <a:ext cx="4793046" cy="3510553"/>
          </a:xfrm>
        </p:spPr>
        <p:txBody>
          <a:bodyPr anchor="t">
            <a:normAutofit/>
          </a:bodyPr>
          <a:lstStyle/>
          <a:p>
            <a:r>
              <a:rPr lang="en-IN" b="1" i="0" spc="40" dirty="0">
                <a:effectLst/>
                <a:latin typeface="Walbaum Display Light (Headings)"/>
                <a:ea typeface="Canva Sans Bold"/>
                <a:cs typeface="Canva Sans Bold"/>
              </a:rPr>
              <a:t>Introduction</a:t>
            </a:r>
            <a:r>
              <a:rPr lang="en-IN" b="1" i="0" spc="40" dirty="0">
                <a:effectLst/>
                <a:latin typeface="Canva Sans Bold"/>
                <a:ea typeface="Canva Sans Bold"/>
                <a:cs typeface="Canva Sans Bold"/>
              </a:rPr>
              <a:t> </a:t>
            </a:r>
            <a:br>
              <a:rPr lang="en-IN" b="1" i="0" dirty="0">
                <a:effectLst/>
                <a:latin typeface="Calibri" panose="020F0502020204030204" pitchFamily="34" charset="0"/>
                <a:ea typeface="Times New Roman" panose="02020603050405020304" pitchFamily="18" charset="0"/>
                <a:cs typeface="Times New Roman" panose="02020603050405020304" pitchFamily="18" charset="0"/>
              </a:rPr>
            </a:br>
            <a:endParaRPr lang="en-IN" b="1" i="0" dirty="0"/>
          </a:p>
        </p:txBody>
      </p:sp>
      <p:sp>
        <p:nvSpPr>
          <p:cNvPr id="27" name="Content Placeholder 2">
            <a:extLst>
              <a:ext uri="{FF2B5EF4-FFF2-40B4-BE49-F238E27FC236}">
                <a16:creationId xmlns:a16="http://schemas.microsoft.com/office/drawing/2014/main" id="{DFA4661A-F23B-A817-CCF8-569AED65DDF1}"/>
              </a:ext>
            </a:extLst>
          </p:cNvPr>
          <p:cNvSpPr>
            <a:spLocks noGrp="1"/>
          </p:cNvSpPr>
          <p:nvPr>
            <p:ph idx="1"/>
          </p:nvPr>
        </p:nvSpPr>
        <p:spPr>
          <a:xfrm>
            <a:off x="5895753" y="533400"/>
            <a:ext cx="5458046" cy="5791200"/>
          </a:xfrm>
        </p:spPr>
        <p:txBody>
          <a:bodyPr anchor="ctr">
            <a:normAutofit lnSpcReduction="10000"/>
          </a:bodyPr>
          <a:lstStyle/>
          <a:p>
            <a:pPr>
              <a:lnSpc>
                <a:spcPct val="90000"/>
              </a:lnSpc>
            </a:pPr>
            <a:r>
              <a:rPr lang="en-US" sz="1800" dirty="0"/>
              <a:t>In today’s digital era, Small and Medium Enterprises (SMEs) rely heavily on information technology for operations such as communication, transactions, data storage, and customer management. While digital transformation improves efficiency and growth, it also exposes SMEs to various cybersecurity threats. Due to limited resources, expertise, and infrastructure, SMEs are more vulnerable to cyberattacks than large organizations.</a:t>
            </a:r>
          </a:p>
          <a:p>
            <a:pPr>
              <a:lnSpc>
                <a:spcPct val="90000"/>
              </a:lnSpc>
            </a:pPr>
            <a:r>
              <a:rPr lang="en-US" sz="1800" dirty="0"/>
              <a:t>Cyber threats like phishing, ransomware, insider threats, password attacks, and data breaches can cause financial loss, operational disruption, data compromise, and reputational damage. In some cases, even a single attack can threaten business continuity.</a:t>
            </a:r>
          </a:p>
          <a:p>
            <a:pPr>
              <a:lnSpc>
                <a:spcPct val="90000"/>
              </a:lnSpc>
            </a:pPr>
            <a:r>
              <a:rPr lang="en-US" sz="1800" dirty="0"/>
              <a:t>To address these risks, SMEs need a structured cybersecurity risk assessment framework to identify threats, evaluate their likelihood and impact, and implement effective mitigation strategies.</a:t>
            </a:r>
          </a:p>
          <a:p>
            <a:pPr>
              <a:lnSpc>
                <a:spcPct val="90000"/>
              </a:lnSpc>
            </a:pPr>
            <a:r>
              <a:rPr lang="en-US" sz="1800" dirty="0"/>
              <a:t>This project develops such a framework tailored for SMEs, analyzing common risks, designing a risk evaluation model, and proposing practical mitigation strategies. It is validated through case studies to demonstrate its effectiveness in real-world scenarios, aiming to provide a scalable approach to protecting business assets and data.</a:t>
            </a:r>
          </a:p>
        </p:txBody>
      </p:sp>
      <p:cxnSp>
        <p:nvCxnSpPr>
          <p:cNvPr id="12" name="Straight Connector 11">
            <a:extLst>
              <a:ext uri="{FF2B5EF4-FFF2-40B4-BE49-F238E27FC236}">
                <a16:creationId xmlns:a16="http://schemas.microsoft.com/office/drawing/2014/main" id="{E8A66062-E0FE-4EE7-9840-EC05B87ACF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 y="4541520"/>
            <a:ext cx="5895754" cy="23105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3B4C179-2540-4304-9C9C-2AAAA53EFD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 y="2988236"/>
            <a:ext cx="2418079" cy="388769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4286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60" name="Straight Connector 1059">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62" name="Straight Connector 1061">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64" name="Straight Connector 1063">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66" name="Straight Connector 1065">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68" name="Straight Connector 1067">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70" name="Straight Connector 1069">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72" name="Straight Connector 1071">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074" name="Rectangle 1073">
            <a:extLst>
              <a:ext uri="{FF2B5EF4-FFF2-40B4-BE49-F238E27FC236}">
                <a16:creationId xmlns:a16="http://schemas.microsoft.com/office/drawing/2014/main" id="{10A34275-CD0A-499C-9600-C96742FACE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6" name="Straight Connector 1075">
            <a:extLst>
              <a:ext uri="{FF2B5EF4-FFF2-40B4-BE49-F238E27FC236}">
                <a16:creationId xmlns:a16="http://schemas.microsoft.com/office/drawing/2014/main" id="{1852546B-EF97-46E8-A930-3A03341066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7587" y="2720800"/>
            <a:ext cx="3470809" cy="413266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78" name="Straight Connector 1077">
            <a:extLst>
              <a:ext uri="{FF2B5EF4-FFF2-40B4-BE49-F238E27FC236}">
                <a16:creationId xmlns:a16="http://schemas.microsoft.com/office/drawing/2014/main" id="{12801F4A-0A74-45E0-8E5A-65A65252A3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40"/>
            <a:ext cx="1274412" cy="49672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AD245F29-ABE7-4BB1-8164-5F4C4604B2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5257800" y="0"/>
            <a:ext cx="6926614" cy="112236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6CD0E1A-BE17-35CD-8356-1BA3537E976E}"/>
              </a:ext>
            </a:extLst>
          </p:cNvPr>
          <p:cNvSpPr>
            <a:spLocks noGrp="1"/>
          </p:cNvSpPr>
          <p:nvPr>
            <p:ph type="title"/>
          </p:nvPr>
        </p:nvSpPr>
        <p:spPr>
          <a:xfrm>
            <a:off x="8286014" y="1122363"/>
            <a:ext cx="3316463" cy="3025308"/>
          </a:xfrm>
        </p:spPr>
        <p:txBody>
          <a:bodyPr vert="horz" lIns="91440" tIns="45720" rIns="91440" bIns="45720" rtlCol="0" anchor="b">
            <a:normAutofit/>
          </a:bodyPr>
          <a:lstStyle/>
          <a:p>
            <a:pPr algn="r">
              <a:spcAft>
                <a:spcPts val="600"/>
              </a:spcAft>
            </a:pPr>
            <a:r>
              <a:rPr lang="en-US" sz="2800" b="1" dirty="0">
                <a:effectLst/>
                <a:latin typeface="Canva Sans Bold"/>
              </a:rPr>
              <a:t> </a:t>
            </a:r>
            <a:br>
              <a:rPr lang="en-US" sz="2800" dirty="0">
                <a:effectLst/>
                <a:latin typeface="Canva Sans Bold"/>
              </a:rPr>
            </a:br>
            <a:r>
              <a:rPr lang="en-US" sz="2800" b="1" i="0" dirty="0">
                <a:effectLst/>
                <a:latin typeface="Walbaum Display Light (Headings)"/>
              </a:rPr>
              <a:t>Common Cybersecurity Risks in SMEs</a:t>
            </a:r>
            <a:br>
              <a:rPr lang="en-US" sz="2800" b="1" i="0" dirty="0">
                <a:effectLst/>
                <a:latin typeface="Walbaum Display Light (Headings)"/>
              </a:rPr>
            </a:br>
            <a:endParaRPr lang="en-US" sz="2800" b="1" i="0" dirty="0">
              <a:latin typeface="Walbaum Display Light (Headings)"/>
            </a:endParaRPr>
          </a:p>
        </p:txBody>
      </p:sp>
      <p:cxnSp>
        <p:nvCxnSpPr>
          <p:cNvPr id="1082" name="Straight Connector 1081">
            <a:extLst>
              <a:ext uri="{FF2B5EF4-FFF2-40B4-BE49-F238E27FC236}">
                <a16:creationId xmlns:a16="http://schemas.microsoft.com/office/drawing/2014/main" id="{CF00EEAF-0634-4EEB-81E5-9FBC2170F3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7102" y="6051582"/>
            <a:ext cx="4847312" cy="8064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84" name="Straight Connector 1083">
            <a:extLst>
              <a:ext uri="{FF2B5EF4-FFF2-40B4-BE49-F238E27FC236}">
                <a16:creationId xmlns:a16="http://schemas.microsoft.com/office/drawing/2014/main" id="{53E11676-332F-449D-9A03-6CE4ED25CC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225160" y="0"/>
            <a:ext cx="3541141"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1055" name="Picture 31">
            <a:extLst>
              <a:ext uri="{FF2B5EF4-FFF2-40B4-BE49-F238E27FC236}">
                <a16:creationId xmlns:a16="http://schemas.microsoft.com/office/drawing/2014/main" id="{E7C71193-0547-3860-8E8F-151AD7243D5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41386" y="-4763"/>
            <a:ext cx="7684771" cy="6781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6CA7A60-8DF8-4B78-BFE3-B372B90AB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3">
            <a:extLst>
              <a:ext uri="{FF2B5EF4-FFF2-40B4-BE49-F238E27FC236}">
                <a16:creationId xmlns:a16="http://schemas.microsoft.com/office/drawing/2014/main" id="{FF4BD241-F172-410B-B0DE-9D7344B35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4850735" cy="685799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320626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320626 w 6125882"/>
              <a:gd name="connsiteY4" fmla="*/ 0 h 6857998"/>
              <a:gd name="connsiteX0" fmla="*/ 2034528 w 5839784"/>
              <a:gd name="connsiteY0" fmla="*/ 0 h 6857998"/>
              <a:gd name="connsiteX1" fmla="*/ 5839784 w 5839784"/>
              <a:gd name="connsiteY1" fmla="*/ 0 h 6857998"/>
              <a:gd name="connsiteX2" fmla="*/ 5839784 w 5839784"/>
              <a:gd name="connsiteY2" fmla="*/ 6857998 h 6857998"/>
              <a:gd name="connsiteX3" fmla="*/ 0 w 5839784"/>
              <a:gd name="connsiteY3" fmla="*/ 6856093 h 6857998"/>
              <a:gd name="connsiteX4" fmla="*/ 2034528 w 5839784"/>
              <a:gd name="connsiteY4" fmla="*/ 0 h 6857998"/>
              <a:gd name="connsiteX0" fmla="*/ 2482758 w 5839784"/>
              <a:gd name="connsiteY0" fmla="*/ 10951 h 6857998"/>
              <a:gd name="connsiteX1" fmla="*/ 5839784 w 5839784"/>
              <a:gd name="connsiteY1" fmla="*/ 0 h 6857998"/>
              <a:gd name="connsiteX2" fmla="*/ 5839784 w 5839784"/>
              <a:gd name="connsiteY2" fmla="*/ 6857998 h 6857998"/>
              <a:gd name="connsiteX3" fmla="*/ 0 w 5839784"/>
              <a:gd name="connsiteY3" fmla="*/ 6856093 h 6857998"/>
              <a:gd name="connsiteX4" fmla="*/ 2482758 w 5839784"/>
              <a:gd name="connsiteY4" fmla="*/ 10951 h 6857998"/>
              <a:gd name="connsiteX0" fmla="*/ 2495565 w 5839784"/>
              <a:gd name="connsiteY0" fmla="*/ 0 h 6857998"/>
              <a:gd name="connsiteX1" fmla="*/ 5839784 w 5839784"/>
              <a:gd name="connsiteY1" fmla="*/ 0 h 6857998"/>
              <a:gd name="connsiteX2" fmla="*/ 5839784 w 5839784"/>
              <a:gd name="connsiteY2" fmla="*/ 6857998 h 6857998"/>
              <a:gd name="connsiteX3" fmla="*/ 0 w 5839784"/>
              <a:gd name="connsiteY3" fmla="*/ 6856093 h 6857998"/>
              <a:gd name="connsiteX4" fmla="*/ 2495565 w 5839784"/>
              <a:gd name="connsiteY4" fmla="*/ 0 h 6857998"/>
              <a:gd name="connsiteX0" fmla="*/ 2328480 w 5672699"/>
              <a:gd name="connsiteY0" fmla="*/ 0 h 6857998"/>
              <a:gd name="connsiteX1" fmla="*/ 5672699 w 5672699"/>
              <a:gd name="connsiteY1" fmla="*/ 0 h 6857998"/>
              <a:gd name="connsiteX2" fmla="*/ 5672699 w 5672699"/>
              <a:gd name="connsiteY2" fmla="*/ 6857998 h 6857998"/>
              <a:gd name="connsiteX3" fmla="*/ 0 w 5672699"/>
              <a:gd name="connsiteY3" fmla="*/ 6856093 h 6857998"/>
              <a:gd name="connsiteX4" fmla="*/ 2328480 w 5672699"/>
              <a:gd name="connsiteY4" fmla="*/ 0 h 6857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2699" h="6857998">
                <a:moveTo>
                  <a:pt x="2328480" y="0"/>
                </a:moveTo>
                <a:lnTo>
                  <a:pt x="5672699" y="0"/>
                </a:lnTo>
                <a:lnTo>
                  <a:pt x="5672699" y="6857998"/>
                </a:lnTo>
                <a:lnTo>
                  <a:pt x="0" y="6856093"/>
                </a:lnTo>
                <a:lnTo>
                  <a:pt x="232848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118DF5-C77F-8C1D-C40C-6ED7F05B95ED}"/>
              </a:ext>
            </a:extLst>
          </p:cNvPr>
          <p:cNvSpPr>
            <a:spLocks noGrp="1"/>
          </p:cNvSpPr>
          <p:nvPr>
            <p:ph type="title"/>
          </p:nvPr>
        </p:nvSpPr>
        <p:spPr>
          <a:xfrm>
            <a:off x="351899" y="1086433"/>
            <a:ext cx="3883008" cy="3569822"/>
          </a:xfrm>
        </p:spPr>
        <p:txBody>
          <a:bodyPr anchor="t">
            <a:normAutofit fontScale="90000"/>
          </a:bodyPr>
          <a:lstStyle/>
          <a:p>
            <a:r>
              <a:rPr lang="en-IN" b="1" i="0" dirty="0"/>
              <a:t>Risk Assessment Process</a:t>
            </a:r>
            <a:br>
              <a:rPr lang="en-IN" b="1" i="0" dirty="0"/>
            </a:br>
            <a:br>
              <a:rPr lang="en-IN" sz="7200" b="1" i="0" dirty="0">
                <a:latin typeface="Walbaum Display Light (Headings)"/>
              </a:rPr>
            </a:br>
            <a:endParaRPr lang="en-IN" sz="7200" b="1" i="0" dirty="0">
              <a:latin typeface="Walbaum Display Light (Headings)"/>
            </a:endParaRPr>
          </a:p>
        </p:txBody>
      </p:sp>
      <p:cxnSp>
        <p:nvCxnSpPr>
          <p:cNvPr id="32" name="Straight Connector 31">
            <a:extLst>
              <a:ext uri="{FF2B5EF4-FFF2-40B4-BE49-F238E27FC236}">
                <a16:creationId xmlns:a16="http://schemas.microsoft.com/office/drawing/2014/main" id="{F1CEFB97-33B1-4F90-A6B8-EAA26EEA1E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793" y="4305300"/>
            <a:ext cx="4515220" cy="25527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1CA93FD-34EE-0058-6C2F-106A241E5A02}"/>
              </a:ext>
            </a:extLst>
          </p:cNvPr>
          <p:cNvGraphicFramePr>
            <a:graphicFrameLocks noGrp="1"/>
          </p:cNvGraphicFramePr>
          <p:nvPr>
            <p:ph idx="1"/>
            <p:extLst>
              <p:ext uri="{D42A27DB-BD31-4B8C-83A1-F6EECF244321}">
                <p14:modId xmlns:p14="http://schemas.microsoft.com/office/powerpoint/2010/main" val="4112394784"/>
              </p:ext>
            </p:extLst>
          </p:nvPr>
        </p:nvGraphicFramePr>
        <p:xfrm>
          <a:off x="4868690" y="657225"/>
          <a:ext cx="6849583" cy="55033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1780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767E5-EEE6-10CD-1F3C-C89054B67593}"/>
              </a:ext>
            </a:extLst>
          </p:cNvPr>
          <p:cNvSpPr>
            <a:spLocks noGrp="1"/>
          </p:cNvSpPr>
          <p:nvPr>
            <p:ph type="title"/>
          </p:nvPr>
        </p:nvSpPr>
        <p:spPr/>
        <p:txBody>
          <a:bodyPr>
            <a:normAutofit/>
          </a:bodyPr>
          <a:lstStyle/>
          <a:p>
            <a:pPr>
              <a:lnSpc>
                <a:spcPct val="107000"/>
              </a:lnSpc>
              <a:spcBef>
                <a:spcPts val="600"/>
              </a:spcBef>
              <a:spcAft>
                <a:spcPts val="600"/>
              </a:spcAft>
            </a:pPr>
            <a:r>
              <a:rPr lang="en-IN" sz="3600" b="1" i="0" dirty="0">
                <a:solidFill>
                  <a:schemeClr val="tx1"/>
                </a:solidFill>
                <a:effectLst/>
                <a:latin typeface="Walbaum Display Light (Headings)"/>
                <a:ea typeface="Glacial Indifference Bold"/>
                <a:cs typeface="Glacial Indifference Bold"/>
              </a:rPr>
              <a:t>Risk Evaluation Metric</a:t>
            </a:r>
            <a:endParaRPr lang="en-IN" sz="3600" b="1" i="0" dirty="0">
              <a:solidFill>
                <a:schemeClr val="tx1"/>
              </a:solidFill>
              <a:effectLst/>
              <a:latin typeface="Walbaum Display Light (Headings)"/>
              <a:ea typeface="Times New Roman" panose="02020603050405020304" pitchFamily="18" charset="0"/>
              <a:cs typeface="Times New Roman" panose="02020603050405020304" pitchFamily="18" charset="0"/>
            </a:endParaRPr>
          </a:p>
        </p:txBody>
      </p:sp>
      <p:pic>
        <p:nvPicPr>
          <p:cNvPr id="6" name="Drawing 1">
            <a:extLst>
              <a:ext uri="{FF2B5EF4-FFF2-40B4-BE49-F238E27FC236}">
                <a16:creationId xmlns:a16="http://schemas.microsoft.com/office/drawing/2014/main" id="{8616C19B-99AF-A545-6E99-41209E998C24}"/>
              </a:ext>
            </a:extLst>
          </p:cNvPr>
          <p:cNvPicPr>
            <a:picLocks noGrp="1" noChangeAspect="1"/>
          </p:cNvPicPr>
          <p:nvPr>
            <p:ph idx="1"/>
          </p:nvPr>
        </p:nvPicPr>
        <p:blipFill>
          <a:blip r:embed="rId2"/>
          <a:srcRect t="3716" b="609"/>
          <a:stretch>
            <a:fillRect/>
          </a:stretch>
        </p:blipFill>
        <p:spPr>
          <a:xfrm>
            <a:off x="1143000" y="2172104"/>
            <a:ext cx="9906000" cy="3699654"/>
          </a:xfrm>
          <a:prstGeom prst="rect">
            <a:avLst/>
          </a:prstGeom>
        </p:spPr>
      </p:pic>
    </p:spTree>
    <p:extLst>
      <p:ext uri="{BB962C8B-B14F-4D97-AF65-F5344CB8AC3E}">
        <p14:creationId xmlns:p14="http://schemas.microsoft.com/office/powerpoint/2010/main" val="289901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BA01B9-E8DC-1163-E326-43AFCF3511A7}"/>
              </a:ext>
            </a:extLst>
          </p:cNvPr>
          <p:cNvSpPr txBox="1"/>
          <p:nvPr/>
        </p:nvSpPr>
        <p:spPr>
          <a:xfrm>
            <a:off x="875522" y="513182"/>
            <a:ext cx="10440955" cy="6186309"/>
          </a:xfrm>
          <a:prstGeom prst="rect">
            <a:avLst/>
          </a:prstGeom>
          <a:noFill/>
        </p:spPr>
        <p:txBody>
          <a:bodyPr wrap="square" rtlCol="0">
            <a:spAutoFit/>
          </a:bodyPr>
          <a:lstStyle/>
          <a:p>
            <a:r>
              <a:rPr lang="en-US" b="1" dirty="0"/>
              <a:t>Risk Assessment Table</a:t>
            </a:r>
          </a:p>
          <a:p>
            <a:r>
              <a:rPr lang="en-US" b="1" dirty="0"/>
              <a:t>Structure</a:t>
            </a:r>
          </a:p>
          <a:p>
            <a:pPr>
              <a:buFont typeface="Arial" panose="020B0604020202020204" pitchFamily="34" charset="0"/>
              <a:buChar char="•"/>
            </a:pPr>
            <a:r>
              <a:rPr lang="en-US" dirty="0"/>
              <a:t>Asset, Threat, Vulnerability</a:t>
            </a:r>
          </a:p>
          <a:p>
            <a:pPr>
              <a:buFont typeface="Arial" panose="020B0604020202020204" pitchFamily="34" charset="0"/>
              <a:buChar char="•"/>
            </a:pPr>
            <a:r>
              <a:rPr lang="en-US" dirty="0"/>
              <a:t>Likelihood (1–5), Impact (1–5)</a:t>
            </a:r>
          </a:p>
          <a:p>
            <a:pPr>
              <a:buFont typeface="Arial" panose="020B0604020202020204" pitchFamily="34" charset="0"/>
              <a:buChar char="•"/>
            </a:pPr>
            <a:r>
              <a:rPr lang="en-US" dirty="0"/>
              <a:t>Risk Score = L × I</a:t>
            </a:r>
          </a:p>
          <a:p>
            <a:pPr>
              <a:buFont typeface="Arial" panose="020B0604020202020204" pitchFamily="34" charset="0"/>
              <a:buChar char="•"/>
            </a:pPr>
            <a:r>
              <a:rPr lang="en-US" dirty="0"/>
              <a:t>Risk Level: Low / Medium / High</a:t>
            </a:r>
          </a:p>
          <a:p>
            <a:endParaRPr lang="en-IN" dirty="0"/>
          </a:p>
          <a:p>
            <a:r>
              <a:rPr lang="en-IN" b="1" dirty="0"/>
              <a:t>Risk Levels</a:t>
            </a:r>
          </a:p>
          <a:p>
            <a:r>
              <a:rPr lang="en-IN" dirty="0"/>
              <a:t>🔴 </a:t>
            </a:r>
            <a:r>
              <a:rPr lang="en-IN" b="1" dirty="0"/>
              <a:t>High (13–25)</a:t>
            </a:r>
            <a:r>
              <a:rPr lang="en-IN" dirty="0"/>
              <a:t> → Immediate action</a:t>
            </a:r>
            <a:br>
              <a:rPr lang="en-IN" dirty="0"/>
            </a:br>
            <a:r>
              <a:rPr lang="en-IN" dirty="0"/>
              <a:t>🟡 </a:t>
            </a:r>
            <a:r>
              <a:rPr lang="en-IN" b="1" dirty="0"/>
              <a:t>Medium (6–12)</a:t>
            </a:r>
            <a:r>
              <a:rPr lang="en-IN" dirty="0"/>
              <a:t> → Monitor &amp; improve</a:t>
            </a:r>
            <a:br>
              <a:rPr lang="en-IN" dirty="0"/>
            </a:br>
            <a:r>
              <a:rPr lang="en-IN" dirty="0"/>
              <a:t>🟢 </a:t>
            </a:r>
            <a:r>
              <a:rPr lang="en-IN" b="1" dirty="0"/>
              <a:t>Low (1–5)</a:t>
            </a:r>
            <a:r>
              <a:rPr lang="en-IN" dirty="0"/>
              <a:t> → Acceptable</a:t>
            </a:r>
          </a:p>
          <a:p>
            <a:endParaRPr lang="en-IN" dirty="0"/>
          </a:p>
          <a:p>
            <a:r>
              <a:rPr lang="en-US" b="1" dirty="0"/>
              <a:t>Key Insights</a:t>
            </a:r>
          </a:p>
          <a:p>
            <a:pPr>
              <a:buFont typeface="Arial" panose="020B0604020202020204" pitchFamily="34" charset="0"/>
              <a:buChar char="•"/>
            </a:pPr>
            <a:r>
              <a:rPr lang="en-US" dirty="0"/>
              <a:t>High risk → Critical systems</a:t>
            </a:r>
          </a:p>
          <a:p>
            <a:pPr>
              <a:buFont typeface="Arial" panose="020B0604020202020204" pitchFamily="34" charset="0"/>
              <a:buChar char="•"/>
            </a:pPr>
            <a:r>
              <a:rPr lang="en-US" dirty="0"/>
              <a:t>Medium → Needs attention</a:t>
            </a:r>
          </a:p>
          <a:p>
            <a:pPr>
              <a:buFont typeface="Arial" panose="020B0604020202020204" pitchFamily="34" charset="0"/>
              <a:buChar char="•"/>
            </a:pPr>
            <a:r>
              <a:rPr lang="en-US" dirty="0"/>
              <a:t>Low → Low priority</a:t>
            </a:r>
          </a:p>
          <a:p>
            <a:endParaRPr lang="en-IN" dirty="0"/>
          </a:p>
          <a:p>
            <a:r>
              <a:rPr lang="en-US" b="1" dirty="0"/>
              <a:t>Importance</a:t>
            </a:r>
          </a:p>
          <a:p>
            <a:pPr>
              <a:buFont typeface="Arial" panose="020B0604020202020204" pitchFamily="34" charset="0"/>
              <a:buChar char="•"/>
            </a:pPr>
            <a:r>
              <a:rPr lang="en-US" dirty="0"/>
              <a:t>Prioritizes risks</a:t>
            </a:r>
          </a:p>
          <a:p>
            <a:pPr>
              <a:buFont typeface="Arial" panose="020B0604020202020204" pitchFamily="34" charset="0"/>
              <a:buChar char="•"/>
            </a:pPr>
            <a:r>
              <a:rPr lang="en-US" dirty="0"/>
              <a:t>Improves decision-making</a:t>
            </a:r>
          </a:p>
          <a:p>
            <a:pPr>
              <a:buFont typeface="Arial" panose="020B0604020202020204" pitchFamily="34" charset="0"/>
              <a:buChar char="•"/>
            </a:pPr>
            <a:r>
              <a:rPr lang="en-US" dirty="0"/>
              <a:t>Enhances security posture</a:t>
            </a:r>
          </a:p>
          <a:p>
            <a:endParaRPr lang="en-IN" dirty="0"/>
          </a:p>
        </p:txBody>
      </p:sp>
    </p:spTree>
    <p:extLst>
      <p:ext uri="{BB962C8B-B14F-4D97-AF65-F5344CB8AC3E}">
        <p14:creationId xmlns:p14="http://schemas.microsoft.com/office/powerpoint/2010/main" val="2142810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473D2-BD3E-8987-494B-1A264C560CB0}"/>
              </a:ext>
            </a:extLst>
          </p:cNvPr>
          <p:cNvSpPr>
            <a:spLocks noGrp="1"/>
          </p:cNvSpPr>
          <p:nvPr>
            <p:ph type="title"/>
          </p:nvPr>
        </p:nvSpPr>
        <p:spPr/>
        <p:txBody>
          <a:bodyPr/>
          <a:lstStyle/>
          <a:p>
            <a:r>
              <a:rPr lang="en-IN" sz="4400" b="1" i="0" dirty="0">
                <a:effectLst/>
                <a:latin typeface="Walbaum Display Light (Headings)"/>
                <a:ea typeface="Glacial Indifference Bold"/>
                <a:cs typeface="Glacial Indifference Bold"/>
              </a:rPr>
              <a:t>Risk mitigation strategies</a:t>
            </a:r>
            <a:br>
              <a:rPr lang="en-IN" sz="4400" b="1" i="0" dirty="0">
                <a:effectLst/>
                <a:latin typeface="Walbaum Display Light (Headings)"/>
                <a:ea typeface="Times New Roman" panose="02020603050405020304" pitchFamily="18" charset="0"/>
                <a:cs typeface="Times New Roman" panose="02020603050405020304" pitchFamily="18" charset="0"/>
              </a:rPr>
            </a:br>
            <a:endParaRPr lang="en-IN" dirty="0">
              <a:latin typeface="Walbaum Display Light (Headings)"/>
            </a:endParaRPr>
          </a:p>
        </p:txBody>
      </p:sp>
      <p:pic>
        <p:nvPicPr>
          <p:cNvPr id="6148" name="Picture 4">
            <a:extLst>
              <a:ext uri="{FF2B5EF4-FFF2-40B4-BE49-F238E27FC236}">
                <a16:creationId xmlns:a16="http://schemas.microsoft.com/office/drawing/2014/main" id="{FE8DBB4A-94D3-CCAA-8666-602FAB29F8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66863" y="239412"/>
            <a:ext cx="9058274" cy="7065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600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97017-DA49-0BA9-2F22-37E482A58840}"/>
              </a:ext>
            </a:extLst>
          </p:cNvPr>
          <p:cNvSpPr>
            <a:spLocks noGrp="1"/>
          </p:cNvSpPr>
          <p:nvPr>
            <p:ph type="title"/>
          </p:nvPr>
        </p:nvSpPr>
        <p:spPr/>
        <p:txBody>
          <a:bodyPr/>
          <a:lstStyle/>
          <a:p>
            <a:r>
              <a:rPr lang="en-IN" b="1" i="0" dirty="0"/>
              <a:t>Validate the Model</a:t>
            </a:r>
            <a:br>
              <a:rPr lang="en-IN" b="1" i="0" dirty="0"/>
            </a:br>
            <a:endParaRPr lang="en-IN" i="0" dirty="0"/>
          </a:p>
        </p:txBody>
      </p:sp>
      <p:sp>
        <p:nvSpPr>
          <p:cNvPr id="3" name="Content Placeholder 2">
            <a:extLst>
              <a:ext uri="{FF2B5EF4-FFF2-40B4-BE49-F238E27FC236}">
                <a16:creationId xmlns:a16="http://schemas.microsoft.com/office/drawing/2014/main" id="{241F6DC0-264F-B307-EB43-96535970A6F6}"/>
              </a:ext>
            </a:extLst>
          </p:cNvPr>
          <p:cNvSpPr>
            <a:spLocks noGrp="1"/>
          </p:cNvSpPr>
          <p:nvPr>
            <p:ph idx="1"/>
          </p:nvPr>
        </p:nvSpPr>
        <p:spPr>
          <a:xfrm>
            <a:off x="1143000" y="1541466"/>
            <a:ext cx="9465907" cy="4924647"/>
          </a:xfrm>
        </p:spPr>
        <p:txBody>
          <a:bodyPr>
            <a:normAutofit fontScale="92500" lnSpcReduction="20000"/>
          </a:bodyPr>
          <a:lstStyle/>
          <a:p>
            <a:pPr marL="0" indent="0">
              <a:buNone/>
            </a:pPr>
            <a:r>
              <a:rPr lang="en-US" sz="1600" b="1" dirty="0"/>
              <a:t>What is Validation?</a:t>
            </a:r>
          </a:p>
          <a:p>
            <a:pPr>
              <a:buFont typeface="Arial" panose="020B0604020202020204" pitchFamily="34" charset="0"/>
              <a:buChar char="•"/>
            </a:pPr>
            <a:r>
              <a:rPr lang="en-US" sz="1600" dirty="0"/>
              <a:t>Testing model in real-world scenarios</a:t>
            </a:r>
          </a:p>
          <a:p>
            <a:pPr>
              <a:buFont typeface="Arial" panose="020B0604020202020204" pitchFamily="34" charset="0"/>
              <a:buChar char="•"/>
            </a:pPr>
            <a:r>
              <a:rPr lang="en-US" sz="1600" dirty="0"/>
              <a:t>Uses hypothetical SME case studies</a:t>
            </a:r>
          </a:p>
          <a:p>
            <a:endParaRPr lang="en-IN" sz="1600" dirty="0"/>
          </a:p>
          <a:p>
            <a:pPr marL="0" indent="0">
              <a:buNone/>
            </a:pPr>
            <a:r>
              <a:rPr lang="en-US" sz="1600" b="1" dirty="0"/>
              <a:t>Why It’s Important</a:t>
            </a:r>
          </a:p>
          <a:p>
            <a:pPr>
              <a:buFont typeface="Arial" panose="020B0604020202020204" pitchFamily="34" charset="0"/>
              <a:buChar char="•"/>
            </a:pPr>
            <a:r>
              <a:rPr lang="en-US" sz="1600" dirty="0"/>
              <a:t>Ensures model is practical</a:t>
            </a:r>
          </a:p>
          <a:p>
            <a:pPr>
              <a:buFont typeface="Arial" panose="020B0604020202020204" pitchFamily="34" charset="0"/>
              <a:buChar char="•"/>
            </a:pPr>
            <a:r>
              <a:rPr lang="en-US" sz="1600" dirty="0"/>
              <a:t>Shows real-world applicability</a:t>
            </a:r>
          </a:p>
          <a:p>
            <a:pPr>
              <a:buFont typeface="Arial" panose="020B0604020202020204" pitchFamily="34" charset="0"/>
              <a:buChar char="•"/>
            </a:pPr>
            <a:r>
              <a:rPr lang="en-US" sz="1600" dirty="0"/>
              <a:t>Identifies gaps/limitations</a:t>
            </a:r>
          </a:p>
          <a:p>
            <a:pPr>
              <a:buFont typeface="Arial" panose="020B0604020202020204" pitchFamily="34" charset="0"/>
              <a:buChar char="•"/>
            </a:pPr>
            <a:r>
              <a:rPr lang="en-US" sz="1600" dirty="0"/>
              <a:t>Highlights industry differences</a:t>
            </a:r>
          </a:p>
          <a:p>
            <a:pPr>
              <a:buFont typeface="Arial" panose="020B0604020202020204" pitchFamily="34" charset="0"/>
              <a:buChar char="•"/>
            </a:pPr>
            <a:r>
              <a:rPr lang="en-US" sz="1600" dirty="0"/>
              <a:t>Improves credibility</a:t>
            </a:r>
          </a:p>
          <a:p>
            <a:pPr marL="0" indent="0">
              <a:buNone/>
            </a:pPr>
            <a:endParaRPr lang="en-US" sz="1600" b="1" dirty="0"/>
          </a:p>
          <a:p>
            <a:pPr marL="0" indent="0">
              <a:buNone/>
            </a:pPr>
            <a:r>
              <a:rPr lang="en-US" sz="1600" b="1" dirty="0"/>
              <a:t>Results &amp; Actions</a:t>
            </a:r>
          </a:p>
          <a:p>
            <a:pPr>
              <a:buFont typeface="Arial" panose="020B0604020202020204" pitchFamily="34" charset="0"/>
              <a:buChar char="•"/>
            </a:pPr>
            <a:r>
              <a:rPr lang="en-US" sz="1600" dirty="0"/>
              <a:t>High → Immediate action (MFA, firewall)</a:t>
            </a:r>
          </a:p>
          <a:p>
            <a:pPr>
              <a:buFont typeface="Arial" panose="020B0604020202020204" pitchFamily="34" charset="0"/>
              <a:buChar char="•"/>
            </a:pPr>
            <a:r>
              <a:rPr lang="en-US" sz="1600" dirty="0"/>
              <a:t>Medium → Monitor &amp; improve</a:t>
            </a:r>
          </a:p>
          <a:p>
            <a:pPr>
              <a:buFont typeface="Arial" panose="020B0604020202020204" pitchFamily="34" charset="0"/>
              <a:buChar char="•"/>
            </a:pPr>
            <a:r>
              <a:rPr lang="en-US" sz="1600" dirty="0"/>
              <a:t>Low → Acceptable</a:t>
            </a:r>
          </a:p>
          <a:p>
            <a:pPr>
              <a:buFont typeface="Arial" panose="020B0604020202020204" pitchFamily="34" charset="0"/>
              <a:buChar char="•"/>
            </a:pPr>
            <a:endParaRPr lang="en-US" sz="1600" dirty="0"/>
          </a:p>
          <a:p>
            <a:endParaRPr lang="en-IN" sz="1600" dirty="0"/>
          </a:p>
        </p:txBody>
      </p:sp>
      <p:pic>
        <p:nvPicPr>
          <p:cNvPr id="1026" name="Picture 2">
            <a:extLst>
              <a:ext uri="{FF2B5EF4-FFF2-40B4-BE49-F238E27FC236}">
                <a16:creationId xmlns:a16="http://schemas.microsoft.com/office/drawing/2014/main" id="{1B23B5A0-6AFF-7CD7-1F9F-2FDA6AEE64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2155" y="533401"/>
            <a:ext cx="6877050" cy="582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743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2171661-0838-4942-A149-8C1B789266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F84818-3C3E-248B-88A8-F10C226FF60E}"/>
              </a:ext>
            </a:extLst>
          </p:cNvPr>
          <p:cNvSpPr>
            <a:spLocks noGrp="1"/>
          </p:cNvSpPr>
          <p:nvPr>
            <p:ph type="title"/>
          </p:nvPr>
        </p:nvSpPr>
        <p:spPr>
          <a:xfrm>
            <a:off x="1114426" y="533400"/>
            <a:ext cx="4529138" cy="1671639"/>
          </a:xfrm>
        </p:spPr>
        <p:txBody>
          <a:bodyPr>
            <a:normAutofit/>
          </a:bodyPr>
          <a:lstStyle/>
          <a:p>
            <a:r>
              <a:rPr lang="en-IN" sz="2800" b="1" i="0" kern="1800">
                <a:effectLst/>
                <a:latin typeface="Walbaum Display Light (Headings)"/>
                <a:ea typeface="Times New Roman" panose="02020603050405020304" pitchFamily="18" charset="0"/>
                <a:cs typeface="Times New Roman" panose="02020603050405020304" pitchFamily="18" charset="0"/>
              </a:rPr>
              <a:t>Document Findings AND </a:t>
            </a:r>
            <a:r>
              <a:rPr lang="en-US" sz="2800" b="1" i="0"/>
              <a:t>Best Practices for SME Cybersecurity</a:t>
            </a:r>
            <a:endParaRPr lang="en-IN" sz="2800" i="0">
              <a:latin typeface="Walbaum Display Light (Headings)"/>
            </a:endParaRPr>
          </a:p>
        </p:txBody>
      </p:sp>
      <p:sp>
        <p:nvSpPr>
          <p:cNvPr id="3" name="Content Placeholder 2">
            <a:extLst>
              <a:ext uri="{FF2B5EF4-FFF2-40B4-BE49-F238E27FC236}">
                <a16:creationId xmlns:a16="http://schemas.microsoft.com/office/drawing/2014/main" id="{53591ADD-8B67-C7E1-4FAC-555431B94D10}"/>
              </a:ext>
            </a:extLst>
          </p:cNvPr>
          <p:cNvSpPr>
            <a:spLocks noGrp="1"/>
          </p:cNvSpPr>
          <p:nvPr>
            <p:ph idx="1"/>
          </p:nvPr>
        </p:nvSpPr>
        <p:spPr>
          <a:xfrm>
            <a:off x="1104900" y="2205038"/>
            <a:ext cx="4405314" cy="4119561"/>
          </a:xfrm>
        </p:spPr>
        <p:txBody>
          <a:bodyPr>
            <a:normAutofit/>
          </a:bodyPr>
          <a:lstStyle/>
          <a:p>
            <a:pPr marL="0" indent="0">
              <a:lnSpc>
                <a:spcPct val="90000"/>
              </a:lnSpc>
              <a:buNone/>
            </a:pPr>
            <a:r>
              <a:rPr lang="en-US" sz="1300" b="1" dirty="0"/>
              <a:t>What are Findings?</a:t>
            </a:r>
          </a:p>
          <a:p>
            <a:pPr>
              <a:lnSpc>
                <a:spcPct val="90000"/>
              </a:lnSpc>
              <a:buFont typeface="Arial" panose="020B0604020202020204" pitchFamily="34" charset="0"/>
              <a:buChar char="•"/>
            </a:pPr>
            <a:r>
              <a:rPr lang="en-US" sz="1300" dirty="0"/>
              <a:t>Results from risk analysis &amp; case studies</a:t>
            </a:r>
          </a:p>
          <a:p>
            <a:pPr>
              <a:lnSpc>
                <a:spcPct val="90000"/>
              </a:lnSpc>
            </a:pPr>
            <a:endParaRPr lang="en-IN" sz="1300" dirty="0"/>
          </a:p>
          <a:p>
            <a:pPr marL="0" indent="0">
              <a:lnSpc>
                <a:spcPct val="90000"/>
              </a:lnSpc>
              <a:buNone/>
            </a:pPr>
            <a:r>
              <a:rPr lang="en-US" sz="1300" b="1" dirty="0"/>
              <a:t>Key Findings</a:t>
            </a:r>
          </a:p>
          <a:p>
            <a:pPr>
              <a:lnSpc>
                <a:spcPct val="90000"/>
              </a:lnSpc>
              <a:buFont typeface="Arial" panose="020B0604020202020204" pitchFamily="34" charset="0"/>
              <a:buChar char="•"/>
            </a:pPr>
            <a:r>
              <a:rPr lang="en-US" sz="1300" dirty="0"/>
              <a:t>SMEs are highly vulnerable</a:t>
            </a:r>
          </a:p>
          <a:p>
            <a:pPr>
              <a:lnSpc>
                <a:spcPct val="90000"/>
              </a:lnSpc>
              <a:buFont typeface="Arial" panose="020B0604020202020204" pitchFamily="34" charset="0"/>
              <a:buChar char="•"/>
            </a:pPr>
            <a:r>
              <a:rPr lang="en-US" sz="1300" dirty="0"/>
              <a:t>Human error is a major risk</a:t>
            </a:r>
          </a:p>
          <a:p>
            <a:pPr>
              <a:lnSpc>
                <a:spcPct val="90000"/>
              </a:lnSpc>
              <a:buFont typeface="Arial" panose="020B0604020202020204" pitchFamily="34" charset="0"/>
              <a:buChar char="•"/>
            </a:pPr>
            <a:r>
              <a:rPr lang="en-US" sz="1300" dirty="0"/>
              <a:t>High-risk areas: Email, Accounts, Databases</a:t>
            </a:r>
          </a:p>
          <a:p>
            <a:pPr>
              <a:lnSpc>
                <a:spcPct val="90000"/>
              </a:lnSpc>
              <a:buFont typeface="Arial" panose="020B0604020202020204" pitchFamily="34" charset="0"/>
              <a:buChar char="•"/>
            </a:pPr>
            <a:r>
              <a:rPr lang="en-US" sz="1300" dirty="0"/>
              <a:t>Lack of basic controls (MFA, updates)</a:t>
            </a:r>
          </a:p>
          <a:p>
            <a:pPr>
              <a:lnSpc>
                <a:spcPct val="90000"/>
              </a:lnSpc>
              <a:buFont typeface="Arial" panose="020B0604020202020204" pitchFamily="34" charset="0"/>
              <a:buChar char="•"/>
            </a:pPr>
            <a:r>
              <a:rPr lang="en-US" sz="1300" dirty="0"/>
              <a:t>Model helps identify &amp; prioritize risks</a:t>
            </a:r>
          </a:p>
          <a:p>
            <a:pPr marL="0" indent="0">
              <a:lnSpc>
                <a:spcPct val="90000"/>
              </a:lnSpc>
              <a:buNone/>
            </a:pPr>
            <a:endParaRPr lang="en-IN" sz="1300" dirty="0"/>
          </a:p>
          <a:p>
            <a:pPr marL="0" indent="0">
              <a:lnSpc>
                <a:spcPct val="90000"/>
              </a:lnSpc>
              <a:buNone/>
            </a:pPr>
            <a:r>
              <a:rPr lang="en-US" sz="1300" b="1" dirty="0"/>
              <a:t>Purpose</a:t>
            </a:r>
          </a:p>
          <a:p>
            <a:pPr>
              <a:lnSpc>
                <a:spcPct val="90000"/>
              </a:lnSpc>
              <a:buFont typeface="Arial" panose="020B0604020202020204" pitchFamily="34" charset="0"/>
              <a:buChar char="•"/>
            </a:pPr>
            <a:r>
              <a:rPr lang="en-US" sz="1300" dirty="0"/>
              <a:t>Improves decision-making</a:t>
            </a:r>
          </a:p>
          <a:p>
            <a:pPr>
              <a:lnSpc>
                <a:spcPct val="90000"/>
              </a:lnSpc>
              <a:buFont typeface="Arial" panose="020B0604020202020204" pitchFamily="34" charset="0"/>
              <a:buChar char="•"/>
            </a:pPr>
            <a:r>
              <a:rPr lang="en-US" sz="1300" dirty="0"/>
              <a:t>Strengthens cybersecurity</a:t>
            </a:r>
          </a:p>
          <a:p>
            <a:pPr marL="0" indent="0">
              <a:lnSpc>
                <a:spcPct val="90000"/>
              </a:lnSpc>
              <a:buNone/>
            </a:pPr>
            <a:endParaRPr lang="en-IN" sz="1300" dirty="0"/>
          </a:p>
        </p:txBody>
      </p:sp>
      <p:cxnSp>
        <p:nvCxnSpPr>
          <p:cNvPr id="16" name="Straight Connector 15">
            <a:extLst>
              <a:ext uri="{FF2B5EF4-FFF2-40B4-BE49-F238E27FC236}">
                <a16:creationId xmlns:a16="http://schemas.microsoft.com/office/drawing/2014/main" id="{BB04A404-AF1E-4EC9-AF7D-46C68BFCEB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430398" y="-1"/>
            <a:ext cx="2559923" cy="685799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74503-FE8B-408C-ABAF-2B72BAC296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9741182" y="0"/>
            <a:ext cx="725518" cy="685799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9" name="Picture 2" descr="A colorful circular chart with text&#10;&#10;Description automatically generated">
            <a:extLst>
              <a:ext uri="{FF2B5EF4-FFF2-40B4-BE49-F238E27FC236}">
                <a16:creationId xmlns:a16="http://schemas.microsoft.com/office/drawing/2014/main" id="{1C954CA4-AE40-5702-EDAB-C2708C76B45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10932" y="133428"/>
            <a:ext cx="8238931" cy="6591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950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9F0FB-75FD-8445-61E2-8163F7F3E636}"/>
              </a:ext>
            </a:extLst>
          </p:cNvPr>
          <p:cNvSpPr>
            <a:spLocks noGrp="1"/>
          </p:cNvSpPr>
          <p:nvPr>
            <p:ph type="title"/>
          </p:nvPr>
        </p:nvSpPr>
        <p:spPr>
          <a:xfrm>
            <a:off x="1077686" y="1298511"/>
            <a:ext cx="9906000" cy="595603"/>
          </a:xfrm>
        </p:spPr>
        <p:txBody>
          <a:bodyPr>
            <a:normAutofit fontScale="90000"/>
          </a:bodyPr>
          <a:lstStyle/>
          <a:p>
            <a:r>
              <a:rPr lang="en-IN" sz="3600" b="1" i="0" cap="all" spc="150" dirty="0">
                <a:solidFill>
                  <a:schemeClr val="tx1"/>
                </a:solidFill>
                <a:effectLst/>
                <a:latin typeface="Walbaum Display Light (Headings)"/>
                <a:ea typeface="Times New Roman" panose="02020603050405020304" pitchFamily="18" charset="0"/>
                <a:cs typeface="Times New Roman" panose="02020603050405020304" pitchFamily="18" charset="0"/>
              </a:rPr>
              <a:t>references </a:t>
            </a:r>
            <a:br>
              <a:rPr lang="en-IN" sz="3600" b="1" i="0" cap="all" spc="150" dirty="0">
                <a:solidFill>
                  <a:schemeClr val="tx1"/>
                </a:solidFill>
                <a:effectLst/>
                <a:latin typeface="Walbaum Display Light (Headings)"/>
                <a:ea typeface="Times New Roman" panose="02020603050405020304" pitchFamily="18" charset="0"/>
                <a:cs typeface="Times New Roman" panose="02020603050405020304" pitchFamily="18" charset="0"/>
              </a:rPr>
            </a:br>
            <a:endParaRPr lang="en-IN" sz="6000" b="1" i="0" dirty="0">
              <a:solidFill>
                <a:schemeClr val="tx1"/>
              </a:solidFill>
              <a:latin typeface="Walbaum Display Light (Headings)"/>
            </a:endParaRPr>
          </a:p>
        </p:txBody>
      </p:sp>
      <p:sp>
        <p:nvSpPr>
          <p:cNvPr id="3" name="Content Placeholder 2">
            <a:extLst>
              <a:ext uri="{FF2B5EF4-FFF2-40B4-BE49-F238E27FC236}">
                <a16:creationId xmlns:a16="http://schemas.microsoft.com/office/drawing/2014/main" id="{1DB0288F-7F14-A63D-4EFE-2427282AADE2}"/>
              </a:ext>
            </a:extLst>
          </p:cNvPr>
          <p:cNvSpPr>
            <a:spLocks noGrp="1"/>
          </p:cNvSpPr>
          <p:nvPr>
            <p:ph idx="1"/>
          </p:nvPr>
        </p:nvSpPr>
        <p:spPr/>
        <p:txBody>
          <a:bodyPr/>
          <a:lstStyle/>
          <a:p>
            <a:pPr marL="342900" lvl="0" indent="-342900">
              <a:lnSpc>
                <a:spcPct val="125000"/>
              </a:lnSpc>
              <a:buFont typeface="Symbol" panose="05050102010706020507" pitchFamily="18" charset="2"/>
              <a:buBlip>
                <a:blip r:embed="rId2"/>
              </a:buBlip>
            </a:pPr>
            <a:r>
              <a:rPr lang="en-IN" sz="1800" u="sng"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3"/>
              </a:rPr>
              <a:t>Ransomware Attacks on Critical Infrastructure: Effects and Prevention Strategies</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a:t>
            </a:r>
          </a:p>
          <a:p>
            <a:pPr marL="0" lvl="0" indent="0">
              <a:lnSpc>
                <a:spcPct val="125000"/>
              </a:lnSpc>
              <a:buNone/>
            </a:pP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25000"/>
              </a:lnSpc>
              <a:buFont typeface="Symbol" panose="05050102010706020507" pitchFamily="18" charset="2"/>
              <a:buBlip>
                <a:blip r:embed="rId2"/>
              </a:buBlip>
            </a:pPr>
            <a:r>
              <a:rPr lang="en-IN" sz="1800" u="sng"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An Overview of Malware Injection Attacks: Techniques, Impacts, and Countermeasures</a:t>
            </a:r>
            <a:endParaRPr lang="en-IN" sz="1800" u="sng"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lvl="0" indent="0">
              <a:lnSpc>
                <a:spcPct val="125000"/>
              </a:lnSpc>
              <a:buNone/>
            </a:pP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800"/>
              </a:spcAft>
              <a:buFont typeface="Symbol" panose="05050102010706020507" pitchFamily="18" charset="2"/>
              <a:buBlip>
                <a:blip r:embed="rId2"/>
              </a:buBlip>
            </a:pPr>
            <a:r>
              <a:rPr lang="en-IN" sz="1800" u="sng"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5"/>
              </a:rPr>
              <a:t>Ransomware Threats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167532376"/>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docProps/app.xml><?xml version="1.0" encoding="utf-8"?>
<Properties xmlns="http://schemas.openxmlformats.org/officeDocument/2006/extended-properties" xmlns:vt="http://schemas.openxmlformats.org/officeDocument/2006/docPropsVTypes">
  <TotalTime>96</TotalTime>
  <Words>526</Words>
  <Application>Microsoft Office PowerPoint</Application>
  <PresentationFormat>Widescreen</PresentationFormat>
  <Paragraphs>81</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Canva Sans Bold</vt:lpstr>
      <vt:lpstr>Symbol</vt:lpstr>
      <vt:lpstr>Univers Condensed Light</vt:lpstr>
      <vt:lpstr>Walbaum Display Light</vt:lpstr>
      <vt:lpstr>Walbaum Display Light (Headings)</vt:lpstr>
      <vt:lpstr>AngleLinesVTI</vt:lpstr>
      <vt:lpstr>  Problem Statement: Cybersecurity Risk Assessment Framework for Small Businesses </vt:lpstr>
      <vt:lpstr>Introduction  </vt:lpstr>
      <vt:lpstr>  Common Cybersecurity Risks in SMEs </vt:lpstr>
      <vt:lpstr>Risk Assessment Process  </vt:lpstr>
      <vt:lpstr>Risk Evaluation Metric</vt:lpstr>
      <vt:lpstr>PowerPoint Presentation</vt:lpstr>
      <vt:lpstr>Risk mitigation strategies </vt:lpstr>
      <vt:lpstr>Validate the Model </vt:lpstr>
      <vt:lpstr>Document Findings AND Best Practices for SME Cybersecurity</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Problem Statement: Cybersecurity Risk Assessment Framework for Small Businesses </dc:title>
  <dc:creator>Udayraaj Lonkar</dc:creator>
  <cp:lastModifiedBy>Udayraaj Lonkar</cp:lastModifiedBy>
  <cp:revision>7</cp:revision>
  <dcterms:created xsi:type="dcterms:W3CDTF">2026-03-20T07:14:25Z</dcterms:created>
  <dcterms:modified xsi:type="dcterms:W3CDTF">2026-03-20T10:54:45Z</dcterms:modified>
</cp:coreProperties>
</file>